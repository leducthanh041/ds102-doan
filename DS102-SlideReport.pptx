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1685" r:id="rId2"/>
    <p:sldId id="1581" r:id="rId3"/>
    <p:sldId id="1960" r:id="rId4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FF"/>
    <a:srgbClr val="FF9933"/>
    <a:srgbClr val="008000"/>
    <a:srgbClr val="000099"/>
    <a:srgbClr val="FF0000"/>
    <a:srgbClr val="FF6600"/>
    <a:srgbClr val="66FFFF"/>
    <a:srgbClr val="FF3399"/>
    <a:srgbClr val="CC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7E309-74D5-4C22-9983-7CE5420B7F7D}" v="7" dt="2024-06-21T01:53:09.7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8356" autoAdjust="0"/>
    <p:restoredTop sz="91156" autoAdjust="0"/>
  </p:normalViewPr>
  <p:slideViewPr>
    <p:cSldViewPr>
      <p:cViewPr varScale="1">
        <p:scale>
          <a:sx n="80" d="100"/>
          <a:sy n="80" d="100"/>
        </p:scale>
        <p:origin x="96" y="4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hang Nguyen" userId="d78365940f7d9640" providerId="LiveId" clId="{35C7E309-74D5-4C22-9983-7CE5420B7F7D}"/>
    <pc:docChg chg="custSel addSld delSld modSld modMainMaster">
      <pc:chgData name="Khang Nguyen" userId="d78365940f7d9640" providerId="LiveId" clId="{35C7E309-74D5-4C22-9983-7CE5420B7F7D}" dt="2024-06-21T01:53:09.793" v="122" actId="478"/>
      <pc:docMkLst>
        <pc:docMk/>
      </pc:docMkLst>
      <pc:sldChg chg="modSp del mod">
        <pc:chgData name="Khang Nguyen" userId="d78365940f7d9640" providerId="LiveId" clId="{35C7E309-74D5-4C22-9983-7CE5420B7F7D}" dt="2024-06-04T08:12:40.184" v="14" actId="47"/>
        <pc:sldMkLst>
          <pc:docMk/>
          <pc:sldMk cId="2513082708" sldId="329"/>
        </pc:sldMkLst>
        <pc:spChg chg="mod">
          <ac:chgData name="Khang Nguyen" userId="d78365940f7d9640" providerId="LiveId" clId="{35C7E309-74D5-4C22-9983-7CE5420B7F7D}" dt="2024-06-04T08:11:24.893" v="10" actId="6549"/>
          <ac:spMkLst>
            <pc:docMk/>
            <pc:sldMk cId="2513082708" sldId="329"/>
            <ac:spMk id="2" creationId="{A2F805E7-BCE4-FAEE-98DF-55D674334D43}"/>
          </ac:spMkLst>
        </pc:spChg>
      </pc:sldChg>
      <pc:sldChg chg="del">
        <pc:chgData name="Khang Nguyen" userId="d78365940f7d9640" providerId="LiveId" clId="{35C7E309-74D5-4C22-9983-7CE5420B7F7D}" dt="2024-05-25T02:42:20.210" v="2" actId="47"/>
        <pc:sldMkLst>
          <pc:docMk/>
          <pc:sldMk cId="3634581261" sldId="331"/>
        </pc:sldMkLst>
      </pc:sldChg>
      <pc:sldChg chg="del">
        <pc:chgData name="Khang Nguyen" userId="d78365940f7d9640" providerId="LiveId" clId="{35C7E309-74D5-4C22-9983-7CE5420B7F7D}" dt="2024-05-25T02:42:20.210" v="2" actId="47"/>
        <pc:sldMkLst>
          <pc:docMk/>
          <pc:sldMk cId="3811616199" sldId="333"/>
        </pc:sldMkLst>
      </pc:sldChg>
      <pc:sldChg chg="del">
        <pc:chgData name="Khang Nguyen" userId="d78365940f7d9640" providerId="LiveId" clId="{35C7E309-74D5-4C22-9983-7CE5420B7F7D}" dt="2024-05-25T02:42:20.210" v="2" actId="47"/>
        <pc:sldMkLst>
          <pc:docMk/>
          <pc:sldMk cId="1418652103" sldId="334"/>
        </pc:sldMkLst>
      </pc:sldChg>
      <pc:sldChg chg="del">
        <pc:chgData name="Khang Nguyen" userId="d78365940f7d9640" providerId="LiveId" clId="{35C7E309-74D5-4C22-9983-7CE5420B7F7D}" dt="2024-05-25T02:42:20.210" v="2" actId="47"/>
        <pc:sldMkLst>
          <pc:docMk/>
          <pc:sldMk cId="1389685829" sldId="335"/>
        </pc:sldMkLst>
      </pc:sldChg>
      <pc:sldChg chg="del">
        <pc:chgData name="Khang Nguyen" userId="d78365940f7d9640" providerId="LiveId" clId="{35C7E309-74D5-4C22-9983-7CE5420B7F7D}" dt="2024-05-25T02:42:20.210" v="2" actId="47"/>
        <pc:sldMkLst>
          <pc:docMk/>
          <pc:sldMk cId="3787785886" sldId="336"/>
        </pc:sldMkLst>
      </pc:sldChg>
      <pc:sldChg chg="add del">
        <pc:chgData name="Khang Nguyen" userId="d78365940f7d9640" providerId="LiveId" clId="{35C7E309-74D5-4C22-9983-7CE5420B7F7D}" dt="2024-06-04T08:12:14.967" v="12" actId="47"/>
        <pc:sldMkLst>
          <pc:docMk/>
          <pc:sldMk cId="1584680975" sldId="1580"/>
        </pc:sldMkLst>
      </pc:sldChg>
      <pc:sldChg chg="addSp delSp modSp new mod modClrScheme chgLayout">
        <pc:chgData name="Khang Nguyen" userId="d78365940f7d9640" providerId="LiveId" clId="{35C7E309-74D5-4C22-9983-7CE5420B7F7D}" dt="2024-05-25T02:42:34.974" v="8" actId="700"/>
        <pc:sldMkLst>
          <pc:docMk/>
          <pc:sldMk cId="1962140461" sldId="1581"/>
        </pc:sldMkLst>
        <pc:spChg chg="del mod ord">
          <ac:chgData name="Khang Nguyen" userId="d78365940f7d9640" providerId="LiveId" clId="{35C7E309-74D5-4C22-9983-7CE5420B7F7D}" dt="2024-05-25T02:42:34.974" v="8" actId="700"/>
          <ac:spMkLst>
            <pc:docMk/>
            <pc:sldMk cId="1962140461" sldId="1581"/>
            <ac:spMk id="2" creationId="{AF3926FB-7950-6127-9C64-05F2C70A6C2B}"/>
          </ac:spMkLst>
        </pc:spChg>
        <pc:spChg chg="del mod ord">
          <ac:chgData name="Khang Nguyen" userId="d78365940f7d9640" providerId="LiveId" clId="{35C7E309-74D5-4C22-9983-7CE5420B7F7D}" dt="2024-05-25T02:42:34.974" v="8" actId="700"/>
          <ac:spMkLst>
            <pc:docMk/>
            <pc:sldMk cId="1962140461" sldId="1581"/>
            <ac:spMk id="3" creationId="{FA452EDE-A417-AEF2-1A42-9C7E3211F7DA}"/>
          </ac:spMkLst>
        </pc:spChg>
        <pc:spChg chg="del">
          <ac:chgData name="Khang Nguyen" userId="d78365940f7d9640" providerId="LiveId" clId="{35C7E309-74D5-4C22-9983-7CE5420B7F7D}" dt="2024-05-25T02:42:34.974" v="8" actId="700"/>
          <ac:spMkLst>
            <pc:docMk/>
            <pc:sldMk cId="1962140461" sldId="1581"/>
            <ac:spMk id="4" creationId="{F8C8C6BB-043E-7E16-8333-6EB049B7879B}"/>
          </ac:spMkLst>
        </pc:spChg>
        <pc:spChg chg="add mod ord">
          <ac:chgData name="Khang Nguyen" userId="d78365940f7d9640" providerId="LiveId" clId="{35C7E309-74D5-4C22-9983-7CE5420B7F7D}" dt="2024-05-25T02:42:34.974" v="8" actId="700"/>
          <ac:spMkLst>
            <pc:docMk/>
            <pc:sldMk cId="1962140461" sldId="1581"/>
            <ac:spMk id="5" creationId="{1F4EDFB0-8C63-F6A5-A7FB-BF92440C092C}"/>
          </ac:spMkLst>
        </pc:spChg>
        <pc:spChg chg="add mod ord">
          <ac:chgData name="Khang Nguyen" userId="d78365940f7d9640" providerId="LiveId" clId="{35C7E309-74D5-4C22-9983-7CE5420B7F7D}" dt="2024-05-25T02:42:34.974" v="8" actId="700"/>
          <ac:spMkLst>
            <pc:docMk/>
            <pc:sldMk cId="1962140461" sldId="1581"/>
            <ac:spMk id="6" creationId="{47A35324-87C7-D6C1-63D7-3755FEAFA1E0}"/>
          </ac:spMkLst>
        </pc:spChg>
      </pc:sldChg>
      <pc:sldChg chg="modSp add mod">
        <pc:chgData name="Khang Nguyen" userId="d78365940f7d9640" providerId="LiveId" clId="{35C7E309-74D5-4C22-9983-7CE5420B7F7D}" dt="2024-06-11T02:56:01.714" v="121" actId="207"/>
        <pc:sldMkLst>
          <pc:docMk/>
          <pc:sldMk cId="689292315" sldId="1685"/>
        </pc:sldMkLst>
        <pc:spChg chg="mod">
          <ac:chgData name="Khang Nguyen" userId="d78365940f7d9640" providerId="LiveId" clId="{35C7E309-74D5-4C22-9983-7CE5420B7F7D}" dt="2024-06-11T02:54:40.880" v="47" actId="207"/>
          <ac:spMkLst>
            <pc:docMk/>
            <pc:sldMk cId="689292315" sldId="1685"/>
            <ac:spMk id="2" creationId="{AB12137B-A093-1901-CF92-D46190AC2D12}"/>
          </ac:spMkLst>
        </pc:spChg>
        <pc:spChg chg="mod">
          <ac:chgData name="Khang Nguyen" userId="d78365940f7d9640" providerId="LiveId" clId="{35C7E309-74D5-4C22-9983-7CE5420B7F7D}" dt="2024-06-04T08:12:42.689" v="15" actId="6549"/>
          <ac:spMkLst>
            <pc:docMk/>
            <pc:sldMk cId="689292315" sldId="1685"/>
            <ac:spMk id="3" creationId="{BBCCE99F-98AE-48D4-96DD-B4149671A560}"/>
          </ac:spMkLst>
        </pc:spChg>
        <pc:spChg chg="mod">
          <ac:chgData name="Khang Nguyen" userId="d78365940f7d9640" providerId="LiveId" clId="{35C7E309-74D5-4C22-9983-7CE5420B7F7D}" dt="2024-06-11T02:56:01.714" v="121" actId="207"/>
          <ac:spMkLst>
            <pc:docMk/>
            <pc:sldMk cId="689292315" sldId="1685"/>
            <ac:spMk id="5" creationId="{3CEF2D3F-9DF7-4E24-9981-359DB558E96B}"/>
          </ac:spMkLst>
        </pc:spChg>
      </pc:sldChg>
      <pc:sldChg chg="add">
        <pc:chgData name="Khang Nguyen" userId="d78365940f7d9640" providerId="LiveId" clId="{35C7E309-74D5-4C22-9983-7CE5420B7F7D}" dt="2024-06-04T08:12:12.864" v="11"/>
        <pc:sldMkLst>
          <pc:docMk/>
          <pc:sldMk cId="2729217778" sldId="1960"/>
        </pc:sldMkLst>
      </pc:sldChg>
      <pc:sldMasterChg chg="modSp modSldLayout">
        <pc:chgData name="Khang Nguyen" userId="d78365940f7d9640" providerId="LiveId" clId="{35C7E309-74D5-4C22-9983-7CE5420B7F7D}" dt="2024-06-21T01:53:09.793" v="122" actId="478"/>
        <pc:sldMasterMkLst>
          <pc:docMk/>
          <pc:sldMasterMk cId="0" sldId="2147483648"/>
        </pc:sldMasterMkLst>
        <pc:spChg chg="mod">
          <ac:chgData name="Khang Nguyen" userId="d78365940f7d9640" providerId="LiveId" clId="{35C7E309-74D5-4C22-9983-7CE5420B7F7D}" dt="2024-06-04T08:11:15.228" v="9" actId="207"/>
          <ac:spMkLst>
            <pc:docMk/>
            <pc:sldMasterMk cId="0" sldId="2147483648"/>
            <ac:spMk id="1027" creationId="{00000000-0000-0000-0000-000000000000}"/>
          </ac:spMkLst>
        </pc:spChg>
        <pc:sldLayoutChg chg="delSp">
          <pc:chgData name="Khang Nguyen" userId="d78365940f7d9640" providerId="LiveId" clId="{35C7E309-74D5-4C22-9983-7CE5420B7F7D}" dt="2024-06-21T01:53:09.793" v="122" actId="478"/>
          <pc:sldLayoutMkLst>
            <pc:docMk/>
            <pc:sldMasterMk cId="0" sldId="2147483648"/>
            <pc:sldLayoutMk cId="405831110" sldId="2147483739"/>
          </pc:sldLayoutMkLst>
          <pc:spChg chg="del">
            <ac:chgData name="Khang Nguyen" userId="d78365940f7d9640" providerId="LiveId" clId="{35C7E309-74D5-4C22-9983-7CE5420B7F7D}" dt="2024-06-21T01:53:09.793" v="122" actId="478"/>
            <ac:spMkLst>
              <pc:docMk/>
              <pc:sldMasterMk cId="0" sldId="2147483648"/>
              <pc:sldLayoutMk cId="405831110" sldId="2147483739"/>
              <ac:spMk id="4" creationId="{00000000-0000-0000-0000-000000000000}"/>
            </ac:spMkLst>
          </pc:spChg>
        </pc:sldLayoutChg>
      </pc:sldMasterChg>
    </pc:docChg>
  </pc:docChgLst>
  <pc:docChgLst>
    <pc:chgData name="Nguyễn Tấn Trần Minh Khang" userId="c3808258-e92d-4bf9-b981-ea938a204001" providerId="ADAL" clId="{55A3E27D-B594-41B9-9D10-C9CCA0249D5D}"/>
    <pc:docChg chg="custSel addSld delSld modSld">
      <pc:chgData name="Nguyễn Tấn Trần Minh Khang" userId="c3808258-e92d-4bf9-b981-ea938a204001" providerId="ADAL" clId="{55A3E27D-B594-41B9-9D10-C9CCA0249D5D}" dt="2023-05-12T09:36:01.627" v="55" actId="20577"/>
      <pc:docMkLst>
        <pc:docMk/>
      </pc:docMkLst>
      <pc:sldChg chg="modSp mod">
        <pc:chgData name="Nguyễn Tấn Trần Minh Khang" userId="c3808258-e92d-4bf9-b981-ea938a204001" providerId="ADAL" clId="{55A3E27D-B594-41B9-9D10-C9CCA0249D5D}" dt="2023-05-12T09:36:01.627" v="55" actId="20577"/>
        <pc:sldMkLst>
          <pc:docMk/>
          <pc:sldMk cId="1418652103" sldId="334"/>
        </pc:sldMkLst>
        <pc:spChg chg="mod">
          <ac:chgData name="Nguyễn Tấn Trần Minh Khang" userId="c3808258-e92d-4bf9-b981-ea938a204001" providerId="ADAL" clId="{55A3E27D-B594-41B9-9D10-C9CCA0249D5D}" dt="2023-05-12T09:32:38.195" v="4" actId="20577"/>
          <ac:spMkLst>
            <pc:docMk/>
            <pc:sldMk cId="1418652103" sldId="334"/>
            <ac:spMk id="4" creationId="{1AB13242-DD4D-89D2-74BC-F0E9AB7E6039}"/>
          </ac:spMkLst>
        </pc:spChg>
        <pc:spChg chg="mod">
          <ac:chgData name="Nguyễn Tấn Trần Minh Khang" userId="c3808258-e92d-4bf9-b981-ea938a204001" providerId="ADAL" clId="{55A3E27D-B594-41B9-9D10-C9CCA0249D5D}" dt="2023-05-12T09:36:01.627" v="55" actId="20577"/>
          <ac:spMkLst>
            <pc:docMk/>
            <pc:sldMk cId="1418652103" sldId="334"/>
            <ac:spMk id="5" creationId="{140734C9-E94F-D731-0888-8A757681A86A}"/>
          </ac:spMkLst>
        </pc:spChg>
      </pc:sldChg>
      <pc:sldChg chg="del">
        <pc:chgData name="Nguyễn Tấn Trần Minh Khang" userId="c3808258-e92d-4bf9-b981-ea938a204001" providerId="ADAL" clId="{55A3E27D-B594-41B9-9D10-C9CCA0249D5D}" dt="2023-05-12T09:32:30.746" v="0" actId="47"/>
        <pc:sldMkLst>
          <pc:docMk/>
          <pc:sldMk cId="497330402" sldId="335"/>
        </pc:sldMkLst>
      </pc:sldChg>
      <pc:sldChg chg="add del">
        <pc:chgData name="Nguyễn Tấn Trần Minh Khang" userId="c3808258-e92d-4bf9-b981-ea938a204001" providerId="ADAL" clId="{55A3E27D-B594-41B9-9D10-C9CCA0249D5D}" dt="2023-05-12T09:33:11.818" v="25" actId="47"/>
        <pc:sldMkLst>
          <pc:docMk/>
          <pc:sldMk cId="1312028551" sldId="335"/>
        </pc:sldMkLst>
      </pc:sldChg>
      <pc:sldChg chg="addSp delSp modSp new mod modClrScheme chgLayout">
        <pc:chgData name="Nguyễn Tấn Trần Minh Khang" userId="c3808258-e92d-4bf9-b981-ea938a204001" providerId="ADAL" clId="{55A3E27D-B594-41B9-9D10-C9CCA0249D5D}" dt="2023-05-12T09:34:36.160" v="29" actId="700"/>
        <pc:sldMkLst>
          <pc:docMk/>
          <pc:sldMk cId="1389685829" sldId="335"/>
        </pc:sldMkLst>
        <pc:spChg chg="del mod ord">
          <ac:chgData name="Nguyễn Tấn Trần Minh Khang" userId="c3808258-e92d-4bf9-b981-ea938a204001" providerId="ADAL" clId="{55A3E27D-B594-41B9-9D10-C9CCA0249D5D}" dt="2023-05-12T09:33:55.606" v="27" actId="700"/>
          <ac:spMkLst>
            <pc:docMk/>
            <pc:sldMk cId="1389685829" sldId="335"/>
            <ac:spMk id="2" creationId="{6E416D9B-E048-201A-2ED8-9A40A7E71C4D}"/>
          </ac:spMkLst>
        </pc:spChg>
        <pc:spChg chg="del mod ord">
          <ac:chgData name="Nguyễn Tấn Trần Minh Khang" userId="c3808258-e92d-4bf9-b981-ea938a204001" providerId="ADAL" clId="{55A3E27D-B594-41B9-9D10-C9CCA0249D5D}" dt="2023-05-12T09:33:55.606" v="27" actId="700"/>
          <ac:spMkLst>
            <pc:docMk/>
            <pc:sldMk cId="1389685829" sldId="335"/>
            <ac:spMk id="3" creationId="{2B221100-A4A1-AF90-D1FE-F64B84F1B96B}"/>
          </ac:spMkLst>
        </pc:spChg>
        <pc:spChg chg="add del mod ord">
          <ac:chgData name="Nguyễn Tấn Trần Minh Khang" userId="c3808258-e92d-4bf9-b981-ea938a204001" providerId="ADAL" clId="{55A3E27D-B594-41B9-9D10-C9CCA0249D5D}" dt="2023-05-12T09:34:10.812" v="28" actId="700"/>
          <ac:spMkLst>
            <pc:docMk/>
            <pc:sldMk cId="1389685829" sldId="335"/>
            <ac:spMk id="4" creationId="{51BF8A63-5221-BF1B-04DA-A2EB2C35011A}"/>
          </ac:spMkLst>
        </pc:spChg>
        <pc:spChg chg="add del mod ord">
          <ac:chgData name="Nguyễn Tấn Trần Minh Khang" userId="c3808258-e92d-4bf9-b981-ea938a204001" providerId="ADAL" clId="{55A3E27D-B594-41B9-9D10-C9CCA0249D5D}" dt="2023-05-12T09:34:10.812" v="28" actId="700"/>
          <ac:spMkLst>
            <pc:docMk/>
            <pc:sldMk cId="1389685829" sldId="335"/>
            <ac:spMk id="5" creationId="{B31D502F-C6E4-839D-9146-561B8ACD481E}"/>
          </ac:spMkLst>
        </pc:spChg>
        <pc:spChg chg="add del mod ord">
          <ac:chgData name="Nguyễn Tấn Trần Minh Khang" userId="c3808258-e92d-4bf9-b981-ea938a204001" providerId="ADAL" clId="{55A3E27D-B594-41B9-9D10-C9CCA0249D5D}" dt="2023-05-12T09:34:10.812" v="28" actId="700"/>
          <ac:spMkLst>
            <pc:docMk/>
            <pc:sldMk cId="1389685829" sldId="335"/>
            <ac:spMk id="6" creationId="{B8A8F07C-6E44-809F-180F-B8286B1D47A1}"/>
          </ac:spMkLst>
        </pc:spChg>
        <pc:spChg chg="add del mod ord">
          <ac:chgData name="Nguyễn Tấn Trần Minh Khang" userId="c3808258-e92d-4bf9-b981-ea938a204001" providerId="ADAL" clId="{55A3E27D-B594-41B9-9D10-C9CCA0249D5D}" dt="2023-05-12T09:34:36.160" v="29" actId="700"/>
          <ac:spMkLst>
            <pc:docMk/>
            <pc:sldMk cId="1389685829" sldId="335"/>
            <ac:spMk id="7" creationId="{ADE1EDA1-458C-2EE5-AC0B-A07F7D7C2222}"/>
          </ac:spMkLst>
        </pc:spChg>
        <pc:spChg chg="add del mod ord">
          <ac:chgData name="Nguyễn Tấn Trần Minh Khang" userId="c3808258-e92d-4bf9-b981-ea938a204001" providerId="ADAL" clId="{55A3E27D-B594-41B9-9D10-C9CCA0249D5D}" dt="2023-05-12T09:34:36.160" v="29" actId="700"/>
          <ac:spMkLst>
            <pc:docMk/>
            <pc:sldMk cId="1389685829" sldId="335"/>
            <ac:spMk id="8" creationId="{C7826691-18AE-2658-26E1-3CA8BBB48AED}"/>
          </ac:spMkLst>
        </pc:spChg>
        <pc:spChg chg="add del mod ord">
          <ac:chgData name="Nguyễn Tấn Trần Minh Khang" userId="c3808258-e92d-4bf9-b981-ea938a204001" providerId="ADAL" clId="{55A3E27D-B594-41B9-9D10-C9CCA0249D5D}" dt="2023-05-12T09:34:36.160" v="29" actId="700"/>
          <ac:spMkLst>
            <pc:docMk/>
            <pc:sldMk cId="1389685829" sldId="335"/>
            <ac:spMk id="9" creationId="{D3B0C90A-8FED-0C11-70AF-AF50F9C4AF50}"/>
          </ac:spMkLst>
        </pc:spChg>
        <pc:spChg chg="add del mod ord">
          <ac:chgData name="Nguyễn Tấn Trần Minh Khang" userId="c3808258-e92d-4bf9-b981-ea938a204001" providerId="ADAL" clId="{55A3E27D-B594-41B9-9D10-C9CCA0249D5D}" dt="2023-05-12T09:34:36.160" v="29" actId="700"/>
          <ac:spMkLst>
            <pc:docMk/>
            <pc:sldMk cId="1389685829" sldId="335"/>
            <ac:spMk id="10" creationId="{F588B214-5DF2-E219-7B4C-51E20FA801F5}"/>
          </ac:spMkLst>
        </pc:spChg>
        <pc:spChg chg="add mod ord">
          <ac:chgData name="Nguyễn Tấn Trần Minh Khang" userId="c3808258-e92d-4bf9-b981-ea938a204001" providerId="ADAL" clId="{55A3E27D-B594-41B9-9D10-C9CCA0249D5D}" dt="2023-05-12T09:34:36.160" v="29" actId="700"/>
          <ac:spMkLst>
            <pc:docMk/>
            <pc:sldMk cId="1389685829" sldId="335"/>
            <ac:spMk id="11" creationId="{FB907C43-46C3-B1FF-1816-F574A18E0E0F}"/>
          </ac:spMkLst>
        </pc:spChg>
        <pc:spChg chg="add mod ord">
          <ac:chgData name="Nguyễn Tấn Trần Minh Khang" userId="c3808258-e92d-4bf9-b981-ea938a204001" providerId="ADAL" clId="{55A3E27D-B594-41B9-9D10-C9CCA0249D5D}" dt="2023-05-12T09:34:36.160" v="29" actId="700"/>
          <ac:spMkLst>
            <pc:docMk/>
            <pc:sldMk cId="1389685829" sldId="335"/>
            <ac:spMk id="12" creationId="{199A7CCF-8679-FAAE-BDFC-C319E3DF6E7B}"/>
          </ac:spMkLst>
        </pc:spChg>
        <pc:spChg chg="add mod ord">
          <ac:chgData name="Nguyễn Tấn Trần Minh Khang" userId="c3808258-e92d-4bf9-b981-ea938a204001" providerId="ADAL" clId="{55A3E27D-B594-41B9-9D10-C9CCA0249D5D}" dt="2023-05-12T09:34:36.160" v="29" actId="700"/>
          <ac:spMkLst>
            <pc:docMk/>
            <pc:sldMk cId="1389685829" sldId="335"/>
            <ac:spMk id="13" creationId="{A6FEF869-55E0-1168-6805-0FBFC8F748B6}"/>
          </ac:spMkLst>
        </pc:spChg>
      </pc:sldChg>
      <pc:sldChg chg="del">
        <pc:chgData name="Nguyễn Tấn Trần Minh Khang" userId="c3808258-e92d-4bf9-b981-ea938a204001" providerId="ADAL" clId="{55A3E27D-B594-41B9-9D10-C9CCA0249D5D}" dt="2023-05-12T09:33:02.141" v="23" actId="47"/>
        <pc:sldMkLst>
          <pc:docMk/>
          <pc:sldMk cId="3069712246" sldId="336"/>
        </pc:sldMkLst>
      </pc:sldChg>
      <pc:sldChg chg="new">
        <pc:chgData name="Nguyễn Tấn Trần Minh Khang" userId="c3808258-e92d-4bf9-b981-ea938a204001" providerId="ADAL" clId="{55A3E27D-B594-41B9-9D10-C9CCA0249D5D}" dt="2023-05-12T09:34:48.665" v="30" actId="680"/>
        <pc:sldMkLst>
          <pc:docMk/>
          <pc:sldMk cId="3787785886" sldId="336"/>
        </pc:sldMkLst>
      </pc:sldChg>
    </pc:docChg>
  </pc:docChgLst>
  <pc:docChgLst>
    <pc:chgData name="Khang Nguyễn Tấn Trần Minh" userId="c3808258-e92d-4bf9-b981-ea938a204001" providerId="ADAL" clId="{5B6F2BE7-3D84-4B5E-9065-D7CB14B9FA4B}"/>
    <pc:docChg chg="undo custSel addSld delSld modSld modMainMaster">
      <pc:chgData name="Khang Nguyễn Tấn Trần Minh" userId="c3808258-e92d-4bf9-b981-ea938a204001" providerId="ADAL" clId="{5B6F2BE7-3D84-4B5E-9065-D7CB14B9FA4B}" dt="2023-05-04T10:38:55.214" v="434" actId="700"/>
      <pc:docMkLst>
        <pc:docMk/>
      </pc:docMkLst>
      <pc:sldChg chg="addSp delSp modSp del mod chgLayout">
        <pc:chgData name="Khang Nguyễn Tấn Trần Minh" userId="c3808258-e92d-4bf9-b981-ea938a204001" providerId="ADAL" clId="{5B6F2BE7-3D84-4B5E-9065-D7CB14B9FA4B}" dt="2023-05-04T09:35:06.438" v="255" actId="47"/>
        <pc:sldMkLst>
          <pc:docMk/>
          <pc:sldMk cId="3414380401" sldId="328"/>
        </pc:sldMkLst>
        <pc:spChg chg="add del mod ord">
          <ac:chgData name="Khang Nguyễn Tấn Trần Minh" userId="c3808258-e92d-4bf9-b981-ea938a204001" providerId="ADAL" clId="{5B6F2BE7-3D84-4B5E-9065-D7CB14B9FA4B}" dt="2023-05-04T09:33:21.689" v="250" actId="700"/>
          <ac:spMkLst>
            <pc:docMk/>
            <pc:sldMk cId="3414380401" sldId="328"/>
            <ac:spMk id="2" creationId="{170D0286-0517-BF3D-A914-A2DE6458746B}"/>
          </ac:spMkLst>
        </pc:spChg>
        <pc:spChg chg="mod ord">
          <ac:chgData name="Khang Nguyễn Tấn Trần Minh" userId="c3808258-e92d-4bf9-b981-ea938a204001" providerId="ADAL" clId="{5B6F2BE7-3D84-4B5E-9065-D7CB14B9FA4B}" dt="2023-05-04T09:33:32.553" v="252" actId="700"/>
          <ac:spMkLst>
            <pc:docMk/>
            <pc:sldMk cId="3414380401" sldId="328"/>
            <ac:spMk id="3" creationId="{BBCCE99F-98AE-48D4-96DD-B4149671A560}"/>
          </ac:spMkLst>
        </pc:spChg>
        <pc:spChg chg="add mod ord">
          <ac:chgData name="Khang Nguyễn Tấn Trần Minh" userId="c3808258-e92d-4bf9-b981-ea938a204001" providerId="ADAL" clId="{5B6F2BE7-3D84-4B5E-9065-D7CB14B9FA4B}" dt="2023-05-04T09:33:32.553" v="252" actId="700"/>
          <ac:spMkLst>
            <pc:docMk/>
            <pc:sldMk cId="3414380401" sldId="328"/>
            <ac:spMk id="4" creationId="{29A1E021-EEE3-79C4-E8AD-A5AB64A34B9D}"/>
          </ac:spMkLst>
        </pc:spChg>
        <pc:spChg chg="add del">
          <ac:chgData name="Khang Nguyễn Tấn Trần Minh" userId="c3808258-e92d-4bf9-b981-ea938a204001" providerId="ADAL" clId="{5B6F2BE7-3D84-4B5E-9065-D7CB14B9FA4B}" dt="2023-05-04T09:33:32.553" v="252" actId="700"/>
          <ac:spMkLst>
            <pc:docMk/>
            <pc:sldMk cId="3414380401" sldId="328"/>
            <ac:spMk id="5" creationId="{3CEF2D3F-9DF7-4E24-9981-359DB558E96B}"/>
          </ac:spMkLst>
        </pc:spChg>
      </pc:sldChg>
      <pc:sldChg chg="addSp delSp modSp mod modClrScheme chgLayout">
        <pc:chgData name="Khang Nguyễn Tấn Trần Minh" userId="c3808258-e92d-4bf9-b981-ea938a204001" providerId="ADAL" clId="{5B6F2BE7-3D84-4B5E-9065-D7CB14B9FA4B}" dt="2023-05-04T09:35:13.203" v="256" actId="700"/>
        <pc:sldMkLst>
          <pc:docMk/>
          <pc:sldMk cId="2513082708" sldId="329"/>
        </pc:sldMkLst>
        <pc:spChg chg="add mod ord">
          <ac:chgData name="Khang Nguyễn Tấn Trần Minh" userId="c3808258-e92d-4bf9-b981-ea938a204001" providerId="ADAL" clId="{5B6F2BE7-3D84-4B5E-9065-D7CB14B9FA4B}" dt="2023-05-04T09:35:13.203" v="256" actId="700"/>
          <ac:spMkLst>
            <pc:docMk/>
            <pc:sldMk cId="2513082708" sldId="329"/>
            <ac:spMk id="2" creationId="{A2F805E7-BCE4-FAEE-98DF-55D674334D43}"/>
          </ac:spMkLst>
        </pc:spChg>
        <pc:spChg chg="add mod ord">
          <ac:chgData name="Khang Nguyễn Tấn Trần Minh" userId="c3808258-e92d-4bf9-b981-ea938a204001" providerId="ADAL" clId="{5B6F2BE7-3D84-4B5E-9065-D7CB14B9FA4B}" dt="2023-05-04T09:35:13.203" v="256" actId="700"/>
          <ac:spMkLst>
            <pc:docMk/>
            <pc:sldMk cId="2513082708" sldId="329"/>
            <ac:spMk id="3" creationId="{2C2362FE-B2FF-0083-0CB7-E614780E22D3}"/>
          </ac:spMkLst>
        </pc:spChg>
        <pc:spChg chg="del mod ord">
          <ac:chgData name="Khang Nguyễn Tấn Trần Minh" userId="c3808258-e92d-4bf9-b981-ea938a204001" providerId="ADAL" clId="{5B6F2BE7-3D84-4B5E-9065-D7CB14B9FA4B}" dt="2023-05-04T09:35:13.203" v="256" actId="700"/>
          <ac:spMkLst>
            <pc:docMk/>
            <pc:sldMk cId="2513082708" sldId="329"/>
            <ac:spMk id="14" creationId="{B52962BE-956B-4C2B-8959-F81F49C5B9E9}"/>
          </ac:spMkLst>
        </pc:spChg>
        <pc:spChg chg="del mod ord">
          <ac:chgData name="Khang Nguyễn Tấn Trần Minh" userId="c3808258-e92d-4bf9-b981-ea938a204001" providerId="ADAL" clId="{5B6F2BE7-3D84-4B5E-9065-D7CB14B9FA4B}" dt="2023-05-04T09:35:13.203" v="256" actId="700"/>
          <ac:spMkLst>
            <pc:docMk/>
            <pc:sldMk cId="2513082708" sldId="329"/>
            <ac:spMk id="15" creationId="{52A53E4F-6A54-4CD1-B368-6231912A4BB2}"/>
          </ac:spMkLst>
        </pc:spChg>
      </pc:sldChg>
      <pc:sldChg chg="new del">
        <pc:chgData name="Khang Nguyễn Tấn Trần Minh" userId="c3808258-e92d-4bf9-b981-ea938a204001" providerId="ADAL" clId="{5B6F2BE7-3D84-4B5E-9065-D7CB14B9FA4B}" dt="2023-05-04T09:33:28.406" v="251" actId="47"/>
        <pc:sldMkLst>
          <pc:docMk/>
          <pc:sldMk cId="3594992320" sldId="330"/>
        </pc:sldMkLst>
      </pc:sldChg>
      <pc:sldChg chg="addSp delSp modSp new mod modClrScheme chgLayout">
        <pc:chgData name="Khang Nguyễn Tấn Trần Minh" userId="c3808258-e92d-4bf9-b981-ea938a204001" providerId="ADAL" clId="{5B6F2BE7-3D84-4B5E-9065-D7CB14B9FA4B}" dt="2023-05-04T09:32:59.990" v="248" actId="700"/>
        <pc:sldMkLst>
          <pc:docMk/>
          <pc:sldMk cId="3634581261" sldId="331"/>
        </pc:sldMkLst>
        <pc:spChg chg="del mod ord">
          <ac:chgData name="Khang Nguyễn Tấn Trần Minh" userId="c3808258-e92d-4bf9-b981-ea938a204001" providerId="ADAL" clId="{5B6F2BE7-3D84-4B5E-9065-D7CB14B9FA4B}" dt="2023-05-04T09:31:42.189" v="244" actId="700"/>
          <ac:spMkLst>
            <pc:docMk/>
            <pc:sldMk cId="3634581261" sldId="331"/>
            <ac:spMk id="2" creationId="{005182B3-F5DF-BE6E-3256-43709A6C148D}"/>
          </ac:spMkLst>
        </pc:spChg>
        <pc:spChg chg="del">
          <ac:chgData name="Khang Nguyễn Tấn Trần Minh" userId="c3808258-e92d-4bf9-b981-ea938a204001" providerId="ADAL" clId="{5B6F2BE7-3D84-4B5E-9065-D7CB14B9FA4B}" dt="2023-05-04T09:31:42.189" v="244" actId="700"/>
          <ac:spMkLst>
            <pc:docMk/>
            <pc:sldMk cId="3634581261" sldId="331"/>
            <ac:spMk id="3" creationId="{80D30885-4DA9-F5AF-A402-696AEA491ED2}"/>
          </ac:spMkLst>
        </pc:spChg>
        <pc:spChg chg="add del mod ord">
          <ac:chgData name="Khang Nguyễn Tấn Trần Minh" userId="c3808258-e92d-4bf9-b981-ea938a204001" providerId="ADAL" clId="{5B6F2BE7-3D84-4B5E-9065-D7CB14B9FA4B}" dt="2023-05-04T09:32:46.955" v="245" actId="700"/>
          <ac:spMkLst>
            <pc:docMk/>
            <pc:sldMk cId="3634581261" sldId="331"/>
            <ac:spMk id="4" creationId="{802307F0-EEA6-EE60-B836-3D17607EA434}"/>
          </ac:spMkLst>
        </pc:spChg>
        <pc:spChg chg="add mod ord">
          <ac:chgData name="Khang Nguyễn Tấn Trần Minh" userId="c3808258-e92d-4bf9-b981-ea938a204001" providerId="ADAL" clId="{5B6F2BE7-3D84-4B5E-9065-D7CB14B9FA4B}" dt="2023-05-04T09:32:59.990" v="248" actId="700"/>
          <ac:spMkLst>
            <pc:docMk/>
            <pc:sldMk cId="3634581261" sldId="331"/>
            <ac:spMk id="5" creationId="{1E3128D0-6FDF-7356-B418-ADD0A89236A1}"/>
          </ac:spMkLst>
        </pc:spChg>
      </pc:sldChg>
      <pc:sldChg chg="addSp delSp modSp new del mod modClrScheme chgLayout">
        <pc:chgData name="Khang Nguyễn Tấn Trần Minh" userId="c3808258-e92d-4bf9-b981-ea938a204001" providerId="ADAL" clId="{5B6F2BE7-3D84-4B5E-9065-D7CB14B9FA4B}" dt="2023-05-04T09:41:12.336" v="324" actId="47"/>
        <pc:sldMkLst>
          <pc:docMk/>
          <pc:sldMk cId="3857146655" sldId="332"/>
        </pc:sldMkLst>
        <pc:spChg chg="del mod ord">
          <ac:chgData name="Khang Nguyễn Tấn Trần Minh" userId="c3808258-e92d-4bf9-b981-ea938a204001" providerId="ADAL" clId="{5B6F2BE7-3D84-4B5E-9065-D7CB14B9FA4B}" dt="2023-05-04T09:33:49.756" v="254" actId="700"/>
          <ac:spMkLst>
            <pc:docMk/>
            <pc:sldMk cId="3857146655" sldId="332"/>
            <ac:spMk id="2" creationId="{687CBA0E-F0DA-5864-553A-DDFC6AFE5310}"/>
          </ac:spMkLst>
        </pc:spChg>
        <pc:spChg chg="del mod ord">
          <ac:chgData name="Khang Nguyễn Tấn Trần Minh" userId="c3808258-e92d-4bf9-b981-ea938a204001" providerId="ADAL" clId="{5B6F2BE7-3D84-4B5E-9065-D7CB14B9FA4B}" dt="2023-05-04T09:33:49.756" v="254" actId="700"/>
          <ac:spMkLst>
            <pc:docMk/>
            <pc:sldMk cId="3857146655" sldId="332"/>
            <ac:spMk id="3" creationId="{F449DA7A-C312-7966-7EC8-FDB2D6AE1CEB}"/>
          </ac:spMkLst>
        </pc:spChg>
        <pc:spChg chg="add mod ord">
          <ac:chgData name="Khang Nguyễn Tấn Trần Minh" userId="c3808258-e92d-4bf9-b981-ea938a204001" providerId="ADAL" clId="{5B6F2BE7-3D84-4B5E-9065-D7CB14B9FA4B}" dt="2023-05-04T09:33:49.756" v="254" actId="700"/>
          <ac:spMkLst>
            <pc:docMk/>
            <pc:sldMk cId="3857146655" sldId="332"/>
            <ac:spMk id="4" creationId="{DA7EF843-0DE1-C783-65CE-811DDCEC3CEB}"/>
          </ac:spMkLst>
        </pc:spChg>
        <pc:spChg chg="add mod ord">
          <ac:chgData name="Khang Nguyễn Tấn Trần Minh" userId="c3808258-e92d-4bf9-b981-ea938a204001" providerId="ADAL" clId="{5B6F2BE7-3D84-4B5E-9065-D7CB14B9FA4B}" dt="2023-05-04T09:33:49.756" v="254" actId="700"/>
          <ac:spMkLst>
            <pc:docMk/>
            <pc:sldMk cId="3857146655" sldId="332"/>
            <ac:spMk id="5" creationId="{91DC4E0C-6D96-7BC2-B921-678D6B49D10A}"/>
          </ac:spMkLst>
        </pc:spChg>
      </pc:sldChg>
      <pc:sldChg chg="new">
        <pc:chgData name="Khang Nguyễn Tấn Trần Minh" userId="c3808258-e92d-4bf9-b981-ea938a204001" providerId="ADAL" clId="{5B6F2BE7-3D84-4B5E-9065-D7CB14B9FA4B}" dt="2023-05-04T09:40:04.844" v="323" actId="680"/>
        <pc:sldMkLst>
          <pc:docMk/>
          <pc:sldMk cId="3811616199" sldId="333"/>
        </pc:sldMkLst>
      </pc:sldChg>
      <pc:sldChg chg="addSp delSp modSp new mod modClrScheme chgLayout">
        <pc:chgData name="Khang Nguyễn Tấn Trần Minh" userId="c3808258-e92d-4bf9-b981-ea938a204001" providerId="ADAL" clId="{5B6F2BE7-3D84-4B5E-9065-D7CB14B9FA4B}" dt="2023-05-04T09:41:19.944" v="326" actId="700"/>
        <pc:sldMkLst>
          <pc:docMk/>
          <pc:sldMk cId="1418652103" sldId="334"/>
        </pc:sldMkLst>
        <pc:spChg chg="del mod ord">
          <ac:chgData name="Khang Nguyễn Tấn Trần Minh" userId="c3808258-e92d-4bf9-b981-ea938a204001" providerId="ADAL" clId="{5B6F2BE7-3D84-4B5E-9065-D7CB14B9FA4B}" dt="2023-05-04T09:41:19.944" v="326" actId="700"/>
          <ac:spMkLst>
            <pc:docMk/>
            <pc:sldMk cId="1418652103" sldId="334"/>
            <ac:spMk id="2" creationId="{4E985268-4566-05FA-4D7C-5490A396762F}"/>
          </ac:spMkLst>
        </pc:spChg>
        <pc:spChg chg="del mod ord">
          <ac:chgData name="Khang Nguyễn Tấn Trần Minh" userId="c3808258-e92d-4bf9-b981-ea938a204001" providerId="ADAL" clId="{5B6F2BE7-3D84-4B5E-9065-D7CB14B9FA4B}" dt="2023-05-04T09:41:19.944" v="326" actId="700"/>
          <ac:spMkLst>
            <pc:docMk/>
            <pc:sldMk cId="1418652103" sldId="334"/>
            <ac:spMk id="3" creationId="{815F9CBE-E40E-DFD8-66D3-E3829306E5C6}"/>
          </ac:spMkLst>
        </pc:spChg>
        <pc:spChg chg="add mod ord">
          <ac:chgData name="Khang Nguyễn Tấn Trần Minh" userId="c3808258-e92d-4bf9-b981-ea938a204001" providerId="ADAL" clId="{5B6F2BE7-3D84-4B5E-9065-D7CB14B9FA4B}" dt="2023-05-04T09:41:19.944" v="326" actId="700"/>
          <ac:spMkLst>
            <pc:docMk/>
            <pc:sldMk cId="1418652103" sldId="334"/>
            <ac:spMk id="4" creationId="{1AB13242-DD4D-89D2-74BC-F0E9AB7E6039}"/>
          </ac:spMkLst>
        </pc:spChg>
        <pc:spChg chg="add mod ord">
          <ac:chgData name="Khang Nguyễn Tấn Trần Minh" userId="c3808258-e92d-4bf9-b981-ea938a204001" providerId="ADAL" clId="{5B6F2BE7-3D84-4B5E-9065-D7CB14B9FA4B}" dt="2023-05-04T09:41:19.944" v="326" actId="700"/>
          <ac:spMkLst>
            <pc:docMk/>
            <pc:sldMk cId="1418652103" sldId="334"/>
            <ac:spMk id="5" creationId="{140734C9-E94F-D731-0888-8A757681A86A}"/>
          </ac:spMkLst>
        </pc:spChg>
      </pc:sldChg>
      <pc:sldChg chg="new">
        <pc:chgData name="Khang Nguyễn Tấn Trần Minh" userId="c3808258-e92d-4bf9-b981-ea938a204001" providerId="ADAL" clId="{5B6F2BE7-3D84-4B5E-9065-D7CB14B9FA4B}" dt="2023-05-04T09:47:09.864" v="330" actId="680"/>
        <pc:sldMkLst>
          <pc:docMk/>
          <pc:sldMk cId="497330402" sldId="335"/>
        </pc:sldMkLst>
      </pc:sldChg>
      <pc:sldChg chg="addSp delSp modSp new mod modClrScheme chgLayout">
        <pc:chgData name="Khang Nguyễn Tấn Trần Minh" userId="c3808258-e92d-4bf9-b981-ea938a204001" providerId="ADAL" clId="{5B6F2BE7-3D84-4B5E-9065-D7CB14B9FA4B}" dt="2023-05-04T10:38:55.214" v="434" actId="700"/>
        <pc:sldMkLst>
          <pc:docMk/>
          <pc:sldMk cId="3069712246" sldId="336"/>
        </pc:sldMkLst>
        <pc:spChg chg="del mod ord">
          <ac:chgData name="Khang Nguyễn Tấn Trần Minh" userId="c3808258-e92d-4bf9-b981-ea938a204001" providerId="ADAL" clId="{5B6F2BE7-3D84-4B5E-9065-D7CB14B9FA4B}" dt="2023-05-04T10:38:55.214" v="434" actId="700"/>
          <ac:spMkLst>
            <pc:docMk/>
            <pc:sldMk cId="3069712246" sldId="336"/>
            <ac:spMk id="2" creationId="{0CBF589D-A2F1-29A8-478F-4A3550CBD9CE}"/>
          </ac:spMkLst>
        </pc:spChg>
        <pc:spChg chg="del mod ord">
          <ac:chgData name="Khang Nguyễn Tấn Trần Minh" userId="c3808258-e92d-4bf9-b981-ea938a204001" providerId="ADAL" clId="{5B6F2BE7-3D84-4B5E-9065-D7CB14B9FA4B}" dt="2023-05-04T10:38:55.214" v="434" actId="700"/>
          <ac:spMkLst>
            <pc:docMk/>
            <pc:sldMk cId="3069712246" sldId="336"/>
            <ac:spMk id="3" creationId="{168EB05C-2FE3-12F3-0587-E063E69E5BB5}"/>
          </ac:spMkLst>
        </pc:spChg>
        <pc:spChg chg="add mod ord">
          <ac:chgData name="Khang Nguyễn Tấn Trần Minh" userId="c3808258-e92d-4bf9-b981-ea938a204001" providerId="ADAL" clId="{5B6F2BE7-3D84-4B5E-9065-D7CB14B9FA4B}" dt="2023-05-04T10:38:55.214" v="434" actId="700"/>
          <ac:spMkLst>
            <pc:docMk/>
            <pc:sldMk cId="3069712246" sldId="336"/>
            <ac:spMk id="4" creationId="{EDA14721-D4BC-297F-2A70-03403C7392D3}"/>
          </ac:spMkLst>
        </pc:spChg>
        <pc:spChg chg="add mod ord">
          <ac:chgData name="Khang Nguyễn Tấn Trần Minh" userId="c3808258-e92d-4bf9-b981-ea938a204001" providerId="ADAL" clId="{5B6F2BE7-3D84-4B5E-9065-D7CB14B9FA4B}" dt="2023-05-04T10:38:55.214" v="434" actId="700"/>
          <ac:spMkLst>
            <pc:docMk/>
            <pc:sldMk cId="3069712246" sldId="336"/>
            <ac:spMk id="5" creationId="{0B9849D8-1407-1C53-8F8F-BED9E927964B}"/>
          </ac:spMkLst>
        </pc:spChg>
        <pc:spChg chg="add mod ord">
          <ac:chgData name="Khang Nguyễn Tấn Trần Minh" userId="c3808258-e92d-4bf9-b981-ea938a204001" providerId="ADAL" clId="{5B6F2BE7-3D84-4B5E-9065-D7CB14B9FA4B}" dt="2023-05-04T10:38:55.214" v="434" actId="700"/>
          <ac:spMkLst>
            <pc:docMk/>
            <pc:sldMk cId="3069712246" sldId="336"/>
            <ac:spMk id="6" creationId="{123D0B10-2F04-0114-4238-265AD070236C}"/>
          </ac:spMkLst>
        </pc:spChg>
      </pc:sldChg>
      <pc:sldChg chg="del">
        <pc:chgData name="Khang Nguyễn Tấn Trần Minh" userId="c3808258-e92d-4bf9-b981-ea938a204001" providerId="ADAL" clId="{5B6F2BE7-3D84-4B5E-9065-D7CB14B9FA4B}" dt="2023-05-04T09:31:05.890" v="241" actId="47"/>
        <pc:sldMkLst>
          <pc:docMk/>
          <pc:sldMk cId="1584680975" sldId="1580"/>
        </pc:sldMkLst>
      </pc:sldChg>
      <pc:sldMasterChg chg="addSp delSp mod addSldLayout delSldLayout modSldLayout sldLayoutOrd">
        <pc:chgData name="Khang Nguyễn Tấn Trần Minh" userId="c3808258-e92d-4bf9-b981-ea938a204001" providerId="ADAL" clId="{5B6F2BE7-3D84-4B5E-9065-D7CB14B9FA4B}" dt="2023-05-04T10:38:09.529" v="432" actId="478"/>
        <pc:sldMasterMkLst>
          <pc:docMk/>
          <pc:sldMasterMk cId="0" sldId="2147483648"/>
        </pc:sldMasterMkLst>
        <pc:spChg chg="add del">
          <ac:chgData name="Khang Nguyễn Tấn Trần Minh" userId="c3808258-e92d-4bf9-b981-ea938a204001" providerId="ADAL" clId="{5B6F2BE7-3D84-4B5E-9065-D7CB14B9FA4B}" dt="2023-05-04T10:38:05.080" v="431" actId="478"/>
          <ac:spMkLst>
            <pc:docMk/>
            <pc:sldMasterMk cId="0" sldId="2147483648"/>
            <ac:spMk id="6" creationId="{00000000-0000-0000-0000-000000000000}"/>
          </ac:spMkLst>
        </pc:spChg>
        <pc:spChg chg="del">
          <ac:chgData name="Khang Nguyễn Tấn Trần Minh" userId="c3808258-e92d-4bf9-b981-ea938a204001" providerId="ADAL" clId="{5B6F2BE7-3D84-4B5E-9065-D7CB14B9FA4B}" dt="2023-05-04T10:38:09.529" v="432" actId="478"/>
          <ac:spMkLst>
            <pc:docMk/>
            <pc:sldMasterMk cId="0" sldId="2147483648"/>
            <ac:spMk id="7" creationId="{00000000-0000-0000-0000-000000000000}"/>
          </ac:spMkLst>
        </pc:spChg>
        <pc:sldLayoutChg chg="delSp del mod">
          <pc:chgData name="Khang Nguyễn Tấn Trần Minh" userId="c3808258-e92d-4bf9-b981-ea938a204001" providerId="ADAL" clId="{5B6F2BE7-3D84-4B5E-9065-D7CB14B9FA4B}" dt="2023-05-04T09:35:26.224" v="257" actId="2696"/>
          <pc:sldLayoutMkLst>
            <pc:docMk/>
            <pc:sldMasterMk cId="0" sldId="2147483648"/>
            <pc:sldLayoutMk cId="4056157480" sldId="2147483649"/>
          </pc:sldLayoutMkLst>
          <pc:spChg chg="del">
            <ac:chgData name="Khang Nguyễn Tấn Trần Minh" userId="c3808258-e92d-4bf9-b981-ea938a204001" providerId="ADAL" clId="{5B6F2BE7-3D84-4B5E-9065-D7CB14B9FA4B}" dt="2023-05-04T09:11:41.547" v="109" actId="478"/>
            <ac:spMkLst>
              <pc:docMk/>
              <pc:sldMasterMk cId="0" sldId="2147483648"/>
              <pc:sldLayoutMk cId="4056157480" sldId="2147483649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1:41.547" v="109" actId="478"/>
            <ac:spMkLst>
              <pc:docMk/>
              <pc:sldMasterMk cId="0" sldId="2147483648"/>
              <pc:sldLayoutMk cId="4056157480" sldId="2147483649"/>
              <ac:spMk id="5" creationId="{00000000-0000-0000-0000-000000000000}"/>
            </ac:spMkLst>
          </pc:spChg>
        </pc:sldLayoutChg>
        <pc:sldLayoutChg chg="delSp modSp mod">
          <pc:chgData name="Khang Nguyễn Tấn Trần Minh" userId="c3808258-e92d-4bf9-b981-ea938a204001" providerId="ADAL" clId="{5B6F2BE7-3D84-4B5E-9065-D7CB14B9FA4B}" dt="2023-05-04T10:06:03.108" v="332" actId="6014"/>
          <pc:sldLayoutMkLst>
            <pc:docMk/>
            <pc:sldMasterMk cId="0" sldId="2147483648"/>
            <pc:sldLayoutMk cId="1765536986" sldId="2147483650"/>
          </pc:sldLayoutMkLst>
          <pc:spChg chg="mod">
            <ac:chgData name="Khang Nguyễn Tấn Trần Minh" userId="c3808258-e92d-4bf9-b981-ea938a204001" providerId="ADAL" clId="{5B6F2BE7-3D84-4B5E-9065-D7CB14B9FA4B}" dt="2023-05-04T08:56:40.328" v="1" actId="6549"/>
            <ac:spMkLst>
              <pc:docMk/>
              <pc:sldMasterMk cId="0" sldId="2147483648"/>
              <pc:sldLayoutMk cId="1765536986" sldId="2147483650"/>
              <ac:spMk id="3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1:47.734" v="110" actId="478"/>
            <ac:spMkLst>
              <pc:docMk/>
              <pc:sldMasterMk cId="0" sldId="2147483648"/>
              <pc:sldLayoutMk cId="1765536986" sldId="2147483650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1:47.734" v="110" actId="478"/>
            <ac:spMkLst>
              <pc:docMk/>
              <pc:sldMasterMk cId="0" sldId="2147483648"/>
              <pc:sldLayoutMk cId="1765536986" sldId="2147483650"/>
              <ac:spMk id="5" creationId="{00000000-0000-0000-0000-000000000000}"/>
            </ac:spMkLst>
          </pc:spChg>
        </pc:sldLayoutChg>
        <pc:sldLayoutChg chg="del">
          <pc:chgData name="Khang Nguyễn Tấn Trần Minh" userId="c3808258-e92d-4bf9-b981-ea938a204001" providerId="ADAL" clId="{5B6F2BE7-3D84-4B5E-9065-D7CB14B9FA4B}" dt="2023-05-04T08:58:42.988" v="9" actId="2696"/>
          <pc:sldLayoutMkLst>
            <pc:docMk/>
            <pc:sldMasterMk cId="0" sldId="2147483648"/>
            <pc:sldLayoutMk cId="149570494" sldId="2147483651"/>
          </pc:sldLayoutMkLst>
        </pc:sldLayoutChg>
        <pc:sldLayoutChg chg="delSp mod ord">
          <pc:chgData name="Khang Nguyễn Tấn Trần Minh" userId="c3808258-e92d-4bf9-b981-ea938a204001" providerId="ADAL" clId="{5B6F2BE7-3D84-4B5E-9065-D7CB14B9FA4B}" dt="2023-05-04T09:11:53.607" v="111" actId="478"/>
          <pc:sldLayoutMkLst>
            <pc:docMk/>
            <pc:sldMasterMk cId="0" sldId="2147483648"/>
            <pc:sldLayoutMk cId="3701271873" sldId="2147483652"/>
          </pc:sldLayoutMkLst>
          <pc:spChg chg="del">
            <ac:chgData name="Khang Nguyễn Tấn Trần Minh" userId="c3808258-e92d-4bf9-b981-ea938a204001" providerId="ADAL" clId="{5B6F2BE7-3D84-4B5E-9065-D7CB14B9FA4B}" dt="2023-05-04T09:11:53.607" v="111" actId="478"/>
            <ac:spMkLst>
              <pc:docMk/>
              <pc:sldMasterMk cId="0" sldId="2147483648"/>
              <pc:sldLayoutMk cId="3701271873" sldId="2147483652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1:53.607" v="111" actId="478"/>
            <ac:spMkLst>
              <pc:docMk/>
              <pc:sldMasterMk cId="0" sldId="2147483648"/>
              <pc:sldLayoutMk cId="3701271873" sldId="2147483652"/>
              <ac:spMk id="5" creationId="{00000000-0000-0000-0000-000000000000}"/>
            </ac:spMkLst>
          </pc:spChg>
        </pc:sldLayoutChg>
        <pc:sldLayoutChg chg="delSp modSp mod ord">
          <pc:chgData name="Khang Nguyễn Tấn Trần Minh" userId="c3808258-e92d-4bf9-b981-ea938a204001" providerId="ADAL" clId="{5B6F2BE7-3D84-4B5E-9065-D7CB14B9FA4B}" dt="2023-05-04T10:17:07.252" v="392" actId="6014"/>
          <pc:sldLayoutMkLst>
            <pc:docMk/>
            <pc:sldMasterMk cId="0" sldId="2147483648"/>
            <pc:sldLayoutMk cId="562599125" sldId="2147483653"/>
          </pc:sldLayoutMkLst>
          <pc:spChg chg="mod">
            <ac:chgData name="Khang Nguyễn Tấn Trần Minh" userId="c3808258-e92d-4bf9-b981-ea938a204001" providerId="ADAL" clId="{5B6F2BE7-3D84-4B5E-9065-D7CB14B9FA4B}" dt="2023-05-04T09:00:23.995" v="18" actId="6549"/>
            <ac:spMkLst>
              <pc:docMk/>
              <pc:sldMasterMk cId="0" sldId="2147483648"/>
              <pc:sldLayoutMk cId="562599125" sldId="2147483653"/>
              <ac:spMk id="3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00:21.293" v="17" actId="6549"/>
            <ac:spMkLst>
              <pc:docMk/>
              <pc:sldMasterMk cId="0" sldId="2147483648"/>
              <pc:sldLayoutMk cId="562599125" sldId="2147483653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17.202" v="115" actId="478"/>
            <ac:spMkLst>
              <pc:docMk/>
              <pc:sldMasterMk cId="0" sldId="2147483648"/>
              <pc:sldLayoutMk cId="562599125" sldId="2147483653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17.202" v="115" actId="478"/>
            <ac:spMkLst>
              <pc:docMk/>
              <pc:sldMasterMk cId="0" sldId="2147483648"/>
              <pc:sldLayoutMk cId="562599125" sldId="2147483653"/>
              <ac:spMk id="6" creationId="{00000000-0000-0000-0000-000000000000}"/>
            </ac:spMkLst>
          </pc:spChg>
        </pc:sldLayoutChg>
        <pc:sldLayoutChg chg="delSp modSp del mod">
          <pc:chgData name="Khang Nguyễn Tấn Trần Minh" userId="c3808258-e92d-4bf9-b981-ea938a204001" providerId="ADAL" clId="{5B6F2BE7-3D84-4B5E-9065-D7CB14B9FA4B}" dt="2023-05-04T09:19:13.939" v="169" actId="2696"/>
          <pc:sldLayoutMkLst>
            <pc:docMk/>
            <pc:sldMasterMk cId="0" sldId="2147483648"/>
            <pc:sldLayoutMk cId="2132287914" sldId="2147483654"/>
          </pc:sldLayoutMkLst>
          <pc:spChg chg="mod">
            <ac:chgData name="Khang Nguyễn Tấn Trần Minh" userId="c3808258-e92d-4bf9-b981-ea938a204001" providerId="ADAL" clId="{5B6F2BE7-3D84-4B5E-9065-D7CB14B9FA4B}" dt="2023-05-04T09:18:32.080" v="163" actId="6549"/>
            <ac:spMkLst>
              <pc:docMk/>
              <pc:sldMasterMk cId="0" sldId="2147483648"/>
              <pc:sldLayoutMk cId="2132287914" sldId="2147483654"/>
              <ac:spMk id="4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18:34.988" v="164" actId="6549"/>
            <ac:spMkLst>
              <pc:docMk/>
              <pc:sldMasterMk cId="0" sldId="2147483648"/>
              <pc:sldLayoutMk cId="2132287914" sldId="2147483654"/>
              <ac:spMk id="6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4:58.619" v="139" actId="478"/>
            <ac:spMkLst>
              <pc:docMk/>
              <pc:sldMasterMk cId="0" sldId="2147483648"/>
              <pc:sldLayoutMk cId="2132287914" sldId="2147483654"/>
              <ac:spMk id="7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4:58.619" v="139" actId="478"/>
            <ac:spMkLst>
              <pc:docMk/>
              <pc:sldMasterMk cId="0" sldId="2147483648"/>
              <pc:sldLayoutMk cId="2132287914" sldId="2147483654"/>
              <ac:spMk id="8" creationId="{00000000-0000-0000-0000-000000000000}"/>
            </ac:spMkLst>
          </pc:spChg>
        </pc:sldLayoutChg>
        <pc:sldLayoutChg chg="delSp mod">
          <pc:chgData name="Khang Nguyễn Tấn Trần Minh" userId="c3808258-e92d-4bf9-b981-ea938a204001" providerId="ADAL" clId="{5B6F2BE7-3D84-4B5E-9065-D7CB14B9FA4B}" dt="2023-05-04T09:16:06.081" v="150" actId="478"/>
          <pc:sldLayoutMkLst>
            <pc:docMk/>
            <pc:sldMasterMk cId="0" sldId="2147483648"/>
            <pc:sldLayoutMk cId="4112719614" sldId="2147483655"/>
          </pc:sldLayoutMkLst>
          <pc:spChg chg="del">
            <ac:chgData name="Khang Nguyễn Tấn Trần Minh" userId="c3808258-e92d-4bf9-b981-ea938a204001" providerId="ADAL" clId="{5B6F2BE7-3D84-4B5E-9065-D7CB14B9FA4B}" dt="2023-05-04T09:16:06.081" v="150" actId="478"/>
            <ac:spMkLst>
              <pc:docMk/>
              <pc:sldMasterMk cId="0" sldId="2147483648"/>
              <pc:sldLayoutMk cId="4112719614" sldId="2147483655"/>
              <ac:spMk id="3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06.081" v="150" actId="478"/>
            <ac:spMkLst>
              <pc:docMk/>
              <pc:sldMasterMk cId="0" sldId="2147483648"/>
              <pc:sldLayoutMk cId="4112719614" sldId="2147483655"/>
              <ac:spMk id="4" creationId="{00000000-0000-0000-0000-000000000000}"/>
            </ac:spMkLst>
          </pc:spChg>
        </pc:sldLayoutChg>
        <pc:sldLayoutChg chg="delSp del mod">
          <pc:chgData name="Khang Nguyễn Tấn Trần Minh" userId="c3808258-e92d-4bf9-b981-ea938a204001" providerId="ADAL" clId="{5B6F2BE7-3D84-4B5E-9065-D7CB14B9FA4B}" dt="2023-05-04T09:20:57.319" v="178" actId="2696"/>
          <pc:sldLayoutMkLst>
            <pc:docMk/>
            <pc:sldMasterMk cId="0" sldId="2147483648"/>
            <pc:sldLayoutMk cId="1566854824" sldId="2147483656"/>
          </pc:sldLayoutMkLst>
          <pc:spChg chg="del">
            <ac:chgData name="Khang Nguyễn Tấn Trần Minh" userId="c3808258-e92d-4bf9-b981-ea938a204001" providerId="ADAL" clId="{5B6F2BE7-3D84-4B5E-9065-D7CB14B9FA4B}" dt="2023-05-04T09:16:09.785" v="151" actId="478"/>
            <ac:spMkLst>
              <pc:docMk/>
              <pc:sldMasterMk cId="0" sldId="2147483648"/>
              <pc:sldLayoutMk cId="1566854824" sldId="2147483656"/>
              <ac:spMk id="2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09.785" v="151" actId="478"/>
            <ac:spMkLst>
              <pc:docMk/>
              <pc:sldMasterMk cId="0" sldId="2147483648"/>
              <pc:sldLayoutMk cId="1566854824" sldId="2147483656"/>
              <ac:spMk id="3" creationId="{00000000-0000-0000-0000-000000000000}"/>
            </ac:spMkLst>
          </pc:spChg>
        </pc:sldLayoutChg>
        <pc:sldLayoutChg chg="delSp modSp del mod">
          <pc:chgData name="Khang Nguyễn Tấn Trần Minh" userId="c3808258-e92d-4bf9-b981-ea938a204001" providerId="ADAL" clId="{5B6F2BE7-3D84-4B5E-9065-D7CB14B9FA4B}" dt="2023-05-04T09:20:32.006" v="177" actId="2696"/>
          <pc:sldLayoutMkLst>
            <pc:docMk/>
            <pc:sldMasterMk cId="0" sldId="2147483648"/>
            <pc:sldLayoutMk cId="3270007215" sldId="2147483657"/>
          </pc:sldLayoutMkLst>
          <pc:spChg chg="mod">
            <ac:chgData name="Khang Nguyễn Tấn Trần Minh" userId="c3808258-e92d-4bf9-b981-ea938a204001" providerId="ADAL" clId="{5B6F2BE7-3D84-4B5E-9065-D7CB14B9FA4B}" dt="2023-05-04T09:20:17.749" v="176" actId="14100"/>
            <ac:spMkLst>
              <pc:docMk/>
              <pc:sldMasterMk cId="0" sldId="2147483648"/>
              <pc:sldLayoutMk cId="3270007215" sldId="2147483657"/>
              <ac:spMk id="3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14.720" v="152" actId="478"/>
            <ac:spMkLst>
              <pc:docMk/>
              <pc:sldMasterMk cId="0" sldId="2147483648"/>
              <pc:sldLayoutMk cId="3270007215" sldId="2147483657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14.720" v="152" actId="478"/>
            <ac:spMkLst>
              <pc:docMk/>
              <pc:sldMasterMk cId="0" sldId="2147483648"/>
              <pc:sldLayoutMk cId="3270007215" sldId="2147483657"/>
              <ac:spMk id="6" creationId="{00000000-0000-0000-0000-000000000000}"/>
            </ac:spMkLst>
          </pc:spChg>
        </pc:sldLayoutChg>
        <pc:sldLayoutChg chg="delSp del mod">
          <pc:chgData name="Khang Nguyễn Tấn Trần Minh" userId="c3808258-e92d-4bf9-b981-ea938a204001" providerId="ADAL" clId="{5B6F2BE7-3D84-4B5E-9065-D7CB14B9FA4B}" dt="2023-05-04T09:20:07.435" v="175" actId="2696"/>
          <pc:sldLayoutMkLst>
            <pc:docMk/>
            <pc:sldMasterMk cId="0" sldId="2147483648"/>
            <pc:sldLayoutMk cId="2769033058" sldId="2147483658"/>
          </pc:sldLayoutMkLst>
          <pc:spChg chg="del">
            <ac:chgData name="Khang Nguyễn Tấn Trần Minh" userId="c3808258-e92d-4bf9-b981-ea938a204001" providerId="ADAL" clId="{5B6F2BE7-3D84-4B5E-9065-D7CB14B9FA4B}" dt="2023-05-04T09:16:24.586" v="153" actId="478"/>
            <ac:spMkLst>
              <pc:docMk/>
              <pc:sldMasterMk cId="0" sldId="2147483648"/>
              <pc:sldLayoutMk cId="2769033058" sldId="2147483658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24.586" v="153" actId="478"/>
            <ac:spMkLst>
              <pc:docMk/>
              <pc:sldMasterMk cId="0" sldId="2147483648"/>
              <pc:sldLayoutMk cId="2769033058" sldId="2147483658"/>
              <ac:spMk id="6" creationId="{00000000-0000-0000-0000-000000000000}"/>
            </ac:spMkLst>
          </pc:spChg>
        </pc:sldLayoutChg>
        <pc:sldLayoutChg chg="delSp del mod">
          <pc:chgData name="Khang Nguyễn Tấn Trần Minh" userId="c3808258-e92d-4bf9-b981-ea938a204001" providerId="ADAL" clId="{5B6F2BE7-3D84-4B5E-9065-D7CB14B9FA4B}" dt="2023-05-04T09:19:55.939" v="173" actId="2696"/>
          <pc:sldLayoutMkLst>
            <pc:docMk/>
            <pc:sldMasterMk cId="0" sldId="2147483648"/>
            <pc:sldLayoutMk cId="99188231" sldId="2147483659"/>
          </pc:sldLayoutMkLst>
          <pc:spChg chg="del">
            <ac:chgData name="Khang Nguyễn Tấn Trần Minh" userId="c3808258-e92d-4bf9-b981-ea938a204001" providerId="ADAL" clId="{5B6F2BE7-3D84-4B5E-9065-D7CB14B9FA4B}" dt="2023-05-04T09:16:29.314" v="154" actId="478"/>
            <ac:spMkLst>
              <pc:docMk/>
              <pc:sldMasterMk cId="0" sldId="2147483648"/>
              <pc:sldLayoutMk cId="99188231" sldId="2147483659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29.314" v="154" actId="478"/>
            <ac:spMkLst>
              <pc:docMk/>
              <pc:sldMasterMk cId="0" sldId="2147483648"/>
              <pc:sldLayoutMk cId="99188231" sldId="2147483659"/>
              <ac:spMk id="5" creationId="{00000000-0000-0000-0000-000000000000}"/>
            </ac:spMkLst>
          </pc:spChg>
        </pc:sldLayoutChg>
        <pc:sldLayoutChg chg="delSp del mod">
          <pc:chgData name="Khang Nguyễn Tấn Trần Minh" userId="c3808258-e92d-4bf9-b981-ea938a204001" providerId="ADAL" clId="{5B6F2BE7-3D84-4B5E-9065-D7CB14B9FA4B}" dt="2023-05-04T09:19:59.407" v="174" actId="2696"/>
          <pc:sldLayoutMkLst>
            <pc:docMk/>
            <pc:sldMasterMk cId="0" sldId="2147483648"/>
            <pc:sldLayoutMk cId="853480290" sldId="2147483660"/>
          </pc:sldLayoutMkLst>
          <pc:spChg chg="del">
            <ac:chgData name="Khang Nguyễn Tấn Trần Minh" userId="c3808258-e92d-4bf9-b981-ea938a204001" providerId="ADAL" clId="{5B6F2BE7-3D84-4B5E-9065-D7CB14B9FA4B}" dt="2023-05-04T09:16:33.920" v="155" actId="478"/>
            <ac:spMkLst>
              <pc:docMk/>
              <pc:sldMasterMk cId="0" sldId="2147483648"/>
              <pc:sldLayoutMk cId="853480290" sldId="2147483660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33.920" v="155" actId="478"/>
            <ac:spMkLst>
              <pc:docMk/>
              <pc:sldMasterMk cId="0" sldId="2147483648"/>
              <pc:sldLayoutMk cId="853480290" sldId="2147483660"/>
              <ac:spMk id="5" creationId="{00000000-0000-0000-0000-000000000000}"/>
            </ac:spMkLst>
          </pc:spChg>
        </pc:sldLayoutChg>
        <pc:sldLayoutChg chg="modSp del mod">
          <pc:chgData name="Khang Nguyễn Tấn Trần Minh" userId="c3808258-e92d-4bf9-b981-ea938a204001" providerId="ADAL" clId="{5B6F2BE7-3D84-4B5E-9065-D7CB14B9FA4B}" dt="2023-05-04T09:21:21.601" v="180" actId="2696"/>
          <pc:sldLayoutMkLst>
            <pc:docMk/>
            <pc:sldMasterMk cId="0" sldId="2147483648"/>
            <pc:sldLayoutMk cId="3112211684" sldId="2147483661"/>
          </pc:sldLayoutMkLst>
          <pc:spChg chg="mod">
            <ac:chgData name="Khang Nguyễn Tấn Trần Minh" userId="c3808258-e92d-4bf9-b981-ea938a204001" providerId="ADAL" clId="{5B6F2BE7-3D84-4B5E-9065-D7CB14B9FA4B}" dt="2023-05-04T09:21:04.719" v="179" actId="6549"/>
            <ac:spMkLst>
              <pc:docMk/>
              <pc:sldMasterMk cId="0" sldId="2147483648"/>
              <pc:sldLayoutMk cId="3112211684" sldId="2147483661"/>
              <ac:spMk id="3" creationId="{ABE249C8-BF7A-4990-B3B9-274312BE8A3E}"/>
            </ac:spMkLst>
          </pc:spChg>
        </pc:sldLayoutChg>
        <pc:sldLayoutChg chg="del">
          <pc:chgData name="Khang Nguyễn Tấn Trần Minh" userId="c3808258-e92d-4bf9-b981-ea938a204001" providerId="ADAL" clId="{5B6F2BE7-3D84-4B5E-9065-D7CB14B9FA4B}" dt="2023-05-04T08:59:44.984" v="12" actId="2696"/>
          <pc:sldLayoutMkLst>
            <pc:docMk/>
            <pc:sldMasterMk cId="0" sldId="2147483648"/>
            <pc:sldLayoutMk cId="1774061367" sldId="2147483662"/>
          </pc:sldLayoutMkLst>
        </pc:sldLayoutChg>
        <pc:sldLayoutChg chg="del">
          <pc:chgData name="Khang Nguyễn Tấn Trần Minh" userId="c3808258-e92d-4bf9-b981-ea938a204001" providerId="ADAL" clId="{5B6F2BE7-3D84-4B5E-9065-D7CB14B9FA4B}" dt="2023-05-04T08:59:45.107" v="15" actId="2696"/>
          <pc:sldLayoutMkLst>
            <pc:docMk/>
            <pc:sldMasterMk cId="0" sldId="2147483648"/>
            <pc:sldLayoutMk cId="1400774800" sldId="2147483663"/>
          </pc:sldLayoutMkLst>
        </pc:sldLayoutChg>
        <pc:sldLayoutChg chg="del">
          <pc:chgData name="Khang Nguyễn Tấn Trần Minh" userId="c3808258-e92d-4bf9-b981-ea938a204001" providerId="ADAL" clId="{5B6F2BE7-3D84-4B5E-9065-D7CB14B9FA4B}" dt="2023-05-04T08:59:45.075" v="14" actId="2696"/>
          <pc:sldLayoutMkLst>
            <pc:docMk/>
            <pc:sldMasterMk cId="0" sldId="2147483648"/>
            <pc:sldLayoutMk cId="2425146391" sldId="2147483676"/>
          </pc:sldLayoutMkLst>
        </pc:sldLayoutChg>
        <pc:sldLayoutChg chg="delSp modSp mod">
          <pc:chgData name="Khang Nguyễn Tấn Trần Minh" userId="c3808258-e92d-4bf9-b981-ea938a204001" providerId="ADAL" clId="{5B6F2BE7-3D84-4B5E-9065-D7CB14B9FA4B}" dt="2023-05-04T10:06:16.223" v="333" actId="6014"/>
          <pc:sldLayoutMkLst>
            <pc:docMk/>
            <pc:sldMasterMk cId="0" sldId="2147483648"/>
            <pc:sldLayoutMk cId="1605361444" sldId="2147483677"/>
          </pc:sldLayoutMkLst>
          <pc:spChg chg="mod">
            <ac:chgData name="Khang Nguyễn Tấn Trần Minh" userId="c3808258-e92d-4bf9-b981-ea938a204001" providerId="ADAL" clId="{5B6F2BE7-3D84-4B5E-9065-D7CB14B9FA4B}" dt="2023-05-04T08:57:57.735" v="6" actId="6549"/>
            <ac:spMkLst>
              <pc:docMk/>
              <pc:sldMasterMk cId="0" sldId="2147483648"/>
              <pc:sldLayoutMk cId="1605361444" sldId="2147483677"/>
              <ac:spMk id="3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04.910" v="112" actId="478"/>
            <ac:spMkLst>
              <pc:docMk/>
              <pc:sldMasterMk cId="0" sldId="2147483648"/>
              <pc:sldLayoutMk cId="1605361444" sldId="2147483677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04.910" v="112" actId="478"/>
            <ac:spMkLst>
              <pc:docMk/>
              <pc:sldMasterMk cId="0" sldId="2147483648"/>
              <pc:sldLayoutMk cId="1605361444" sldId="2147483677"/>
              <ac:spMk id="6" creationId="{00000000-0000-0000-0000-000000000000}"/>
            </ac:spMkLst>
          </pc:spChg>
        </pc:sldLayoutChg>
        <pc:sldLayoutChg chg="del">
          <pc:chgData name="Khang Nguyễn Tấn Trần Minh" userId="c3808258-e92d-4bf9-b981-ea938a204001" providerId="ADAL" clId="{5B6F2BE7-3D84-4B5E-9065-D7CB14B9FA4B}" dt="2023-05-04T08:59:45.027" v="13" actId="2696"/>
          <pc:sldLayoutMkLst>
            <pc:docMk/>
            <pc:sldMasterMk cId="0" sldId="2147483648"/>
            <pc:sldLayoutMk cId="3023345052" sldId="2147483678"/>
          </pc:sldLayoutMkLst>
        </pc:sldLayoutChg>
        <pc:sldLayoutChg chg="del">
          <pc:chgData name="Khang Nguyễn Tấn Trần Minh" userId="c3808258-e92d-4bf9-b981-ea938a204001" providerId="ADAL" clId="{5B6F2BE7-3D84-4B5E-9065-D7CB14B9FA4B}" dt="2023-05-04T09:02:55.505" v="28" actId="2696"/>
          <pc:sldLayoutMkLst>
            <pc:docMk/>
            <pc:sldMasterMk cId="0" sldId="2147483648"/>
            <pc:sldLayoutMk cId="3194170472" sldId="2147483679"/>
          </pc:sldLayoutMkLst>
        </pc:sldLayoutChg>
        <pc:sldLayoutChg chg="delSp modSp del mod">
          <pc:chgData name="Khang Nguyễn Tấn Trần Minh" userId="c3808258-e92d-4bf9-b981-ea938a204001" providerId="ADAL" clId="{5B6F2BE7-3D84-4B5E-9065-D7CB14B9FA4B}" dt="2023-05-04T09:19:13.978" v="170" actId="2696"/>
          <pc:sldLayoutMkLst>
            <pc:docMk/>
            <pc:sldMasterMk cId="0" sldId="2147483648"/>
            <pc:sldLayoutMk cId="2792634591" sldId="2147483680"/>
          </pc:sldLayoutMkLst>
          <pc:spChg chg="mod">
            <ac:chgData name="Khang Nguyễn Tấn Trần Minh" userId="c3808258-e92d-4bf9-b981-ea938a204001" providerId="ADAL" clId="{5B6F2BE7-3D84-4B5E-9065-D7CB14B9FA4B}" dt="2023-05-04T09:15:15.331" v="142" actId="6549"/>
            <ac:spMkLst>
              <pc:docMk/>
              <pc:sldMasterMk cId="0" sldId="2147483648"/>
              <pc:sldLayoutMk cId="2792634591" sldId="2147483680"/>
              <ac:spMk id="4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15:18.337" v="143" actId="6549"/>
            <ac:spMkLst>
              <pc:docMk/>
              <pc:sldMasterMk cId="0" sldId="2147483648"/>
              <pc:sldLayoutMk cId="2792634591" sldId="2147483680"/>
              <ac:spMk id="6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5:08.852" v="141" actId="478"/>
            <ac:spMkLst>
              <pc:docMk/>
              <pc:sldMasterMk cId="0" sldId="2147483648"/>
              <pc:sldLayoutMk cId="2792634591" sldId="2147483680"/>
              <ac:spMk id="7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5:08.852" v="141" actId="478"/>
            <ac:spMkLst>
              <pc:docMk/>
              <pc:sldMasterMk cId="0" sldId="2147483648"/>
              <pc:sldLayoutMk cId="2792634591" sldId="2147483680"/>
              <ac:spMk id="8" creationId="{00000000-0000-0000-0000-000000000000}"/>
            </ac:spMkLst>
          </pc:spChg>
        </pc:sldLayoutChg>
        <pc:sldLayoutChg chg="delSp modSp del mod">
          <pc:chgData name="Khang Nguyễn Tấn Trần Minh" userId="c3808258-e92d-4bf9-b981-ea938a204001" providerId="ADAL" clId="{5B6F2BE7-3D84-4B5E-9065-D7CB14B9FA4B}" dt="2023-05-04T09:18:48.719" v="167" actId="2696"/>
          <pc:sldLayoutMkLst>
            <pc:docMk/>
            <pc:sldMasterMk cId="0" sldId="2147483648"/>
            <pc:sldLayoutMk cId="3621836187" sldId="2147483681"/>
          </pc:sldLayoutMkLst>
          <pc:spChg chg="mod">
            <ac:chgData name="Khang Nguyễn Tấn Trần Minh" userId="c3808258-e92d-4bf9-b981-ea938a204001" providerId="ADAL" clId="{5B6F2BE7-3D84-4B5E-9065-D7CB14B9FA4B}" dt="2023-05-04T09:18:42.175" v="165" actId="6549"/>
            <ac:spMkLst>
              <pc:docMk/>
              <pc:sldMasterMk cId="0" sldId="2147483648"/>
              <pc:sldLayoutMk cId="3621836187" sldId="2147483681"/>
              <ac:spMk id="4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18:45.517" v="166" actId="6549"/>
            <ac:spMkLst>
              <pc:docMk/>
              <pc:sldMasterMk cId="0" sldId="2147483648"/>
              <pc:sldLayoutMk cId="3621836187" sldId="2147483681"/>
              <ac:spMk id="6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5:02.696" v="140" actId="478"/>
            <ac:spMkLst>
              <pc:docMk/>
              <pc:sldMasterMk cId="0" sldId="2147483648"/>
              <pc:sldLayoutMk cId="3621836187" sldId="2147483681"/>
              <ac:spMk id="7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5:02.696" v="140" actId="478"/>
            <ac:spMkLst>
              <pc:docMk/>
              <pc:sldMasterMk cId="0" sldId="2147483648"/>
              <pc:sldLayoutMk cId="3621836187" sldId="2147483681"/>
              <ac:spMk id="8" creationId="{00000000-0000-0000-0000-000000000000}"/>
            </ac:spMkLst>
          </pc:spChg>
        </pc:sldLayoutChg>
        <pc:sldLayoutChg chg="delSp modSp del mod">
          <pc:chgData name="Khang Nguyễn Tấn Trần Minh" userId="c3808258-e92d-4bf9-b981-ea938a204001" providerId="ADAL" clId="{5B6F2BE7-3D84-4B5E-9065-D7CB14B9FA4B}" dt="2023-05-04T09:19:14.018" v="171" actId="2696"/>
          <pc:sldLayoutMkLst>
            <pc:docMk/>
            <pc:sldMasterMk cId="0" sldId="2147483648"/>
            <pc:sldLayoutMk cId="3893050084" sldId="2147483682"/>
          </pc:sldLayoutMkLst>
          <pc:spChg chg="mod">
            <ac:chgData name="Khang Nguyễn Tấn Trần Minh" userId="c3808258-e92d-4bf9-b981-ea938a204001" providerId="ADAL" clId="{5B6F2BE7-3D84-4B5E-9065-D7CB14B9FA4B}" dt="2023-05-04T09:15:24.033" v="144" actId="6549"/>
            <ac:spMkLst>
              <pc:docMk/>
              <pc:sldMasterMk cId="0" sldId="2147483648"/>
              <pc:sldLayoutMk cId="3893050084" sldId="2147483682"/>
              <ac:spMk id="4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15:28.421" v="145" actId="6549"/>
            <ac:spMkLst>
              <pc:docMk/>
              <pc:sldMasterMk cId="0" sldId="2147483648"/>
              <pc:sldLayoutMk cId="3893050084" sldId="2147483682"/>
              <ac:spMk id="6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5:57.811" v="149" actId="478"/>
            <ac:spMkLst>
              <pc:docMk/>
              <pc:sldMasterMk cId="0" sldId="2147483648"/>
              <pc:sldLayoutMk cId="3893050084" sldId="2147483682"/>
              <ac:spMk id="7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5:57.811" v="149" actId="478"/>
            <ac:spMkLst>
              <pc:docMk/>
              <pc:sldMasterMk cId="0" sldId="2147483648"/>
              <pc:sldLayoutMk cId="3893050084" sldId="2147483682"/>
              <ac:spMk id="8" creationId="{00000000-0000-0000-0000-000000000000}"/>
            </ac:spMkLst>
          </pc:spChg>
        </pc:sldLayoutChg>
        <pc:sldLayoutChg chg="delSp modSp del mod">
          <pc:chgData name="Khang Nguyễn Tấn Trần Minh" userId="c3808258-e92d-4bf9-b981-ea938a204001" providerId="ADAL" clId="{5B6F2BE7-3D84-4B5E-9065-D7CB14B9FA4B}" dt="2023-05-04T09:19:07.647" v="168" actId="2696"/>
          <pc:sldLayoutMkLst>
            <pc:docMk/>
            <pc:sldMasterMk cId="0" sldId="2147483648"/>
            <pc:sldLayoutMk cId="2145515960" sldId="2147483683"/>
          </pc:sldLayoutMkLst>
          <pc:spChg chg="mod">
            <ac:chgData name="Khang Nguyễn Tấn Trần Minh" userId="c3808258-e92d-4bf9-b981-ea938a204001" providerId="ADAL" clId="{5B6F2BE7-3D84-4B5E-9065-D7CB14B9FA4B}" dt="2023-05-04T09:15:35.179" v="146" actId="6549"/>
            <ac:spMkLst>
              <pc:docMk/>
              <pc:sldMasterMk cId="0" sldId="2147483648"/>
              <pc:sldLayoutMk cId="2145515960" sldId="2147483683"/>
              <ac:spMk id="4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15:38.462" v="147" actId="6549"/>
            <ac:spMkLst>
              <pc:docMk/>
              <pc:sldMasterMk cId="0" sldId="2147483648"/>
              <pc:sldLayoutMk cId="2145515960" sldId="2147483683"/>
              <ac:spMk id="6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5:49.833" v="148" actId="478"/>
            <ac:spMkLst>
              <pc:docMk/>
              <pc:sldMasterMk cId="0" sldId="2147483648"/>
              <pc:sldLayoutMk cId="2145515960" sldId="2147483683"/>
              <ac:spMk id="7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5:49.833" v="148" actId="478"/>
            <ac:spMkLst>
              <pc:docMk/>
              <pc:sldMasterMk cId="0" sldId="2147483648"/>
              <pc:sldLayoutMk cId="2145515960" sldId="2147483683"/>
              <ac:spMk id="8" creationId="{00000000-0000-0000-0000-000000000000}"/>
            </ac:spMkLst>
          </pc:spChg>
        </pc:sldLayoutChg>
        <pc:sldLayoutChg chg="del">
          <pc:chgData name="Khang Nguyễn Tấn Trần Minh" userId="c3808258-e92d-4bf9-b981-ea938a204001" providerId="ADAL" clId="{5B6F2BE7-3D84-4B5E-9065-D7CB14B9FA4B}" dt="2023-05-04T09:02:55.632" v="31" actId="2696"/>
          <pc:sldLayoutMkLst>
            <pc:docMk/>
            <pc:sldMasterMk cId="0" sldId="2147483648"/>
            <pc:sldLayoutMk cId="99894408" sldId="2147483684"/>
          </pc:sldLayoutMkLst>
        </pc:sldLayoutChg>
        <pc:sldLayoutChg chg="delSp modSp mod">
          <pc:chgData name="Khang Nguyễn Tấn Trần Minh" userId="c3808258-e92d-4bf9-b981-ea938a204001" providerId="ADAL" clId="{5B6F2BE7-3D84-4B5E-9065-D7CB14B9FA4B}" dt="2023-05-04T10:20:49.418" v="417" actId="6014"/>
          <pc:sldLayoutMkLst>
            <pc:docMk/>
            <pc:sldMasterMk cId="0" sldId="2147483648"/>
            <pc:sldLayoutMk cId="53865494" sldId="2147483686"/>
          </pc:sldLayoutMkLst>
          <pc:spChg chg="mod">
            <ac:chgData name="Khang Nguyễn Tấn Trần Minh" userId="c3808258-e92d-4bf9-b981-ea938a204001" providerId="ADAL" clId="{5B6F2BE7-3D84-4B5E-9065-D7CB14B9FA4B}" dt="2023-05-04T09:24:06.271" v="188" actId="14100"/>
            <ac:spMkLst>
              <pc:docMk/>
              <pc:sldMasterMk cId="0" sldId="2147483648"/>
              <pc:sldLayoutMk cId="53865494" sldId="2147483686"/>
              <ac:spMk id="3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3:48.257" v="128" actId="478"/>
            <ac:spMkLst>
              <pc:docMk/>
              <pc:sldMasterMk cId="0" sldId="2147483648"/>
              <pc:sldLayoutMk cId="53865494" sldId="2147483686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3:48.257" v="128" actId="478"/>
            <ac:spMkLst>
              <pc:docMk/>
              <pc:sldMasterMk cId="0" sldId="2147483648"/>
              <pc:sldLayoutMk cId="53865494" sldId="2147483686"/>
              <ac:spMk id="6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24:06.271" v="188" actId="14100"/>
            <ac:spMkLst>
              <pc:docMk/>
              <pc:sldMasterMk cId="0" sldId="2147483648"/>
              <pc:sldLayoutMk cId="53865494" sldId="2147483686"/>
              <ac:spMk id="7" creationId="{9FCB7F62-31CE-479A-B75D-E680BBC27871}"/>
            </ac:spMkLst>
          </pc:spChg>
          <pc:spChg chg="del">
            <ac:chgData name="Khang Nguyễn Tấn Trần Minh" userId="c3808258-e92d-4bf9-b981-ea938a204001" providerId="ADAL" clId="{5B6F2BE7-3D84-4B5E-9065-D7CB14B9FA4B}" dt="2023-05-04T09:23:32.526" v="186" actId="478"/>
            <ac:spMkLst>
              <pc:docMk/>
              <pc:sldMasterMk cId="0" sldId="2147483648"/>
              <pc:sldLayoutMk cId="53865494" sldId="2147483686"/>
              <ac:spMk id="8" creationId="{96160E72-CB3B-4B35-B991-A52F0E9D9B5B}"/>
            </ac:spMkLst>
          </pc:spChg>
          <pc:spChg chg="mod">
            <ac:chgData name="Khang Nguyễn Tấn Trần Minh" userId="c3808258-e92d-4bf9-b981-ea938a204001" providerId="ADAL" clId="{5B6F2BE7-3D84-4B5E-9065-D7CB14B9FA4B}" dt="2023-05-04T09:24:06.271" v="188" actId="14100"/>
            <ac:spMkLst>
              <pc:docMk/>
              <pc:sldMasterMk cId="0" sldId="2147483648"/>
              <pc:sldLayoutMk cId="53865494" sldId="2147483686"/>
              <ac:spMk id="9" creationId="{90AFCEF9-0FFB-4670-A771-DA310A1C55BF}"/>
            </ac:spMkLst>
          </pc:spChg>
        </pc:sldLayoutChg>
        <pc:sldLayoutChg chg="delSp modSp mod">
          <pc:chgData name="Khang Nguyễn Tấn Trần Minh" userId="c3808258-e92d-4bf9-b981-ea938a204001" providerId="ADAL" clId="{5B6F2BE7-3D84-4B5E-9065-D7CB14B9FA4B}" dt="2023-05-04T10:21:43.122" v="424" actId="6014"/>
          <pc:sldLayoutMkLst>
            <pc:docMk/>
            <pc:sldMasterMk cId="0" sldId="2147483648"/>
            <pc:sldLayoutMk cId="1809676352" sldId="2147483687"/>
          </pc:sldLayoutMkLst>
          <pc:spChg chg="del">
            <ac:chgData name="Khang Nguyễn Tấn Trần Minh" userId="c3808258-e92d-4bf9-b981-ea938a204001" providerId="ADAL" clId="{5B6F2BE7-3D84-4B5E-9065-D7CB14B9FA4B}" dt="2023-05-04T09:14:51.273" v="138" actId="478"/>
            <ac:spMkLst>
              <pc:docMk/>
              <pc:sldMasterMk cId="0" sldId="2147483648"/>
              <pc:sldLayoutMk cId="1809676352" sldId="2147483687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4:51.273" v="138" actId="478"/>
            <ac:spMkLst>
              <pc:docMk/>
              <pc:sldMasterMk cId="0" sldId="2147483648"/>
              <pc:sldLayoutMk cId="1809676352" sldId="2147483687"/>
              <ac:spMk id="6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18:20.900" v="162" actId="20577"/>
            <ac:spMkLst>
              <pc:docMk/>
              <pc:sldMasterMk cId="0" sldId="2147483648"/>
              <pc:sldLayoutMk cId="1809676352" sldId="2147483687"/>
              <ac:spMk id="26" creationId="{C22FA758-800C-4200-9C64-1F16B8C51CA7}"/>
            </ac:spMkLst>
          </pc:spChg>
        </pc:sldLayoutChg>
        <pc:sldLayoutChg chg="delSp modSp mod">
          <pc:chgData name="Khang Nguyễn Tấn Trần Minh" userId="c3808258-e92d-4bf9-b981-ea938a204001" providerId="ADAL" clId="{5B6F2BE7-3D84-4B5E-9065-D7CB14B9FA4B}" dt="2023-05-04T10:21:29.863" v="422" actId="6014"/>
          <pc:sldLayoutMkLst>
            <pc:docMk/>
            <pc:sldMasterMk cId="0" sldId="2147483648"/>
            <pc:sldLayoutMk cId="2306970055" sldId="2147483688"/>
          </pc:sldLayoutMkLst>
          <pc:spChg chg="mod">
            <ac:chgData name="Khang Nguyễn Tấn Trần Minh" userId="c3808258-e92d-4bf9-b981-ea938a204001" providerId="ADAL" clId="{5B6F2BE7-3D84-4B5E-9065-D7CB14B9FA4B}" dt="2023-05-04T09:14:25.914" v="134" actId="6549"/>
            <ac:spMkLst>
              <pc:docMk/>
              <pc:sldMasterMk cId="0" sldId="2147483648"/>
              <pc:sldLayoutMk cId="2306970055" sldId="2147483688"/>
              <ac:spMk id="3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4:46.606" v="137" actId="478"/>
            <ac:spMkLst>
              <pc:docMk/>
              <pc:sldMasterMk cId="0" sldId="2147483648"/>
              <pc:sldLayoutMk cId="2306970055" sldId="2147483688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4:46.606" v="137" actId="478"/>
            <ac:spMkLst>
              <pc:docMk/>
              <pc:sldMasterMk cId="0" sldId="2147483648"/>
              <pc:sldLayoutMk cId="2306970055" sldId="2147483688"/>
              <ac:spMk id="6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14:21.272" v="133" actId="6549"/>
            <ac:spMkLst>
              <pc:docMk/>
              <pc:sldMasterMk cId="0" sldId="2147483648"/>
              <pc:sldLayoutMk cId="2306970055" sldId="2147483688"/>
              <ac:spMk id="7" creationId="{1E586163-080C-4D92-9FF5-83B9A124C31B}"/>
            </ac:spMkLst>
          </pc:spChg>
          <pc:spChg chg="mod">
            <ac:chgData name="Khang Nguyễn Tấn Trần Minh" userId="c3808258-e92d-4bf9-b981-ea938a204001" providerId="ADAL" clId="{5B6F2BE7-3D84-4B5E-9065-D7CB14B9FA4B}" dt="2023-05-04T09:14:29.242" v="135" actId="6549"/>
            <ac:spMkLst>
              <pc:docMk/>
              <pc:sldMasterMk cId="0" sldId="2147483648"/>
              <pc:sldLayoutMk cId="2306970055" sldId="2147483688"/>
              <ac:spMk id="8" creationId="{60879BDB-29CC-404E-9DCA-E89C7B9070DD}"/>
            </ac:spMkLst>
          </pc:spChg>
          <pc:spChg chg="mod">
            <ac:chgData name="Khang Nguyễn Tấn Trần Minh" userId="c3808258-e92d-4bf9-b981-ea938a204001" providerId="ADAL" clId="{5B6F2BE7-3D84-4B5E-9065-D7CB14B9FA4B}" dt="2023-05-04T09:14:32.967" v="136" actId="6549"/>
            <ac:spMkLst>
              <pc:docMk/>
              <pc:sldMasterMk cId="0" sldId="2147483648"/>
              <pc:sldLayoutMk cId="2306970055" sldId="2147483688"/>
              <ac:spMk id="9" creationId="{2494B703-5983-4A4F-B197-D2C64EAA9F6A}"/>
            </ac:spMkLst>
          </pc:spChg>
        </pc:sldLayoutChg>
        <pc:sldLayoutChg chg="modSp del mod">
          <pc:chgData name="Khang Nguyễn Tấn Trần Minh" userId="c3808258-e92d-4bf9-b981-ea938a204001" providerId="ADAL" clId="{5B6F2BE7-3D84-4B5E-9065-D7CB14B9FA4B}" dt="2023-05-04T08:58:42.968" v="8" actId="2696"/>
          <pc:sldLayoutMkLst>
            <pc:docMk/>
            <pc:sldMasterMk cId="0" sldId="2147483648"/>
            <pc:sldLayoutMk cId="2322547086" sldId="2147483689"/>
          </pc:sldLayoutMkLst>
          <pc:spChg chg="mod">
            <ac:chgData name="Khang Nguyễn Tấn Trần Minh" userId="c3808258-e92d-4bf9-b981-ea938a204001" providerId="ADAL" clId="{5B6F2BE7-3D84-4B5E-9065-D7CB14B9FA4B}" dt="2023-05-04T08:58:11.239" v="7" actId="6549"/>
            <ac:spMkLst>
              <pc:docMk/>
              <pc:sldMasterMk cId="0" sldId="2147483648"/>
              <pc:sldLayoutMk cId="2322547086" sldId="2147483689"/>
              <ac:spMk id="3" creationId="{00000000-0000-0000-0000-000000000000}"/>
            </ac:spMkLst>
          </pc:spChg>
        </pc:sldLayoutChg>
        <pc:sldLayoutChg chg="del">
          <pc:chgData name="Khang Nguyễn Tấn Trần Minh" userId="c3808258-e92d-4bf9-b981-ea938a204001" providerId="ADAL" clId="{5B6F2BE7-3D84-4B5E-9065-D7CB14B9FA4B}" dt="2023-05-04T08:57:47.804" v="5" actId="2696"/>
          <pc:sldLayoutMkLst>
            <pc:docMk/>
            <pc:sldMasterMk cId="0" sldId="2147483648"/>
            <pc:sldLayoutMk cId="1526738733" sldId="2147483690"/>
          </pc:sldLayoutMkLst>
        </pc:sldLayoutChg>
        <pc:sldLayoutChg chg="delSp modSp mod">
          <pc:chgData name="Khang Nguyễn Tấn Trần Minh" userId="c3808258-e92d-4bf9-b981-ea938a204001" providerId="ADAL" clId="{5B6F2BE7-3D84-4B5E-9065-D7CB14B9FA4B}" dt="2023-05-04T10:06:30.369" v="334" actId="6014"/>
          <pc:sldLayoutMkLst>
            <pc:docMk/>
            <pc:sldMasterMk cId="0" sldId="2147483648"/>
            <pc:sldLayoutMk cId="1807831205" sldId="2147483691"/>
          </pc:sldLayoutMkLst>
          <pc:spChg chg="mod">
            <ac:chgData name="Khang Nguyễn Tấn Trần Minh" userId="c3808258-e92d-4bf9-b981-ea938a204001" providerId="ADAL" clId="{5B6F2BE7-3D84-4B5E-9065-D7CB14B9FA4B}" dt="2023-05-04T08:57:14.948" v="2" actId="2711"/>
            <ac:spMkLst>
              <pc:docMk/>
              <pc:sldMasterMk cId="0" sldId="2147483648"/>
              <pc:sldLayoutMk cId="1807831205" sldId="2147483691"/>
              <ac:spMk id="3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09.044" v="113" actId="478"/>
            <ac:spMkLst>
              <pc:docMk/>
              <pc:sldMasterMk cId="0" sldId="2147483648"/>
              <pc:sldLayoutMk cId="1807831205" sldId="2147483691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09.044" v="113" actId="478"/>
            <ac:spMkLst>
              <pc:docMk/>
              <pc:sldMasterMk cId="0" sldId="2147483648"/>
              <pc:sldLayoutMk cId="1807831205" sldId="2147483691"/>
              <ac:spMk id="5" creationId="{00000000-0000-0000-0000-000000000000}"/>
            </ac:spMkLst>
          </pc:spChg>
        </pc:sldLayoutChg>
        <pc:sldLayoutChg chg="del">
          <pc:chgData name="Khang Nguyễn Tấn Trần Minh" userId="c3808258-e92d-4bf9-b981-ea938a204001" providerId="ADAL" clId="{5B6F2BE7-3D84-4B5E-9065-D7CB14B9FA4B}" dt="2023-05-04T08:57:31.651" v="3" actId="2696"/>
          <pc:sldLayoutMkLst>
            <pc:docMk/>
            <pc:sldMasterMk cId="0" sldId="2147483648"/>
            <pc:sldLayoutMk cId="433136112" sldId="2147483692"/>
          </pc:sldLayoutMkLst>
        </pc:sldLayoutChg>
        <pc:sldLayoutChg chg="delSp del mod">
          <pc:chgData name="Khang Nguyễn Tấn Trần Minh" userId="c3808258-e92d-4bf9-b981-ea938a204001" providerId="ADAL" clId="{5B6F2BE7-3D84-4B5E-9065-D7CB14B9FA4B}" dt="2023-05-04T09:31:05.890" v="241" actId="47"/>
          <pc:sldLayoutMkLst>
            <pc:docMk/>
            <pc:sldMasterMk cId="0" sldId="2147483648"/>
            <pc:sldLayoutMk cId="2786200197" sldId="2147483693"/>
          </pc:sldLayoutMkLst>
          <pc:spChg chg="del">
            <ac:chgData name="Khang Nguyễn Tấn Trần Minh" userId="c3808258-e92d-4bf9-b981-ea938a204001" providerId="ADAL" clId="{5B6F2BE7-3D84-4B5E-9065-D7CB14B9FA4B}" dt="2023-05-04T09:17:03.182" v="160" actId="478"/>
            <ac:spMkLst>
              <pc:docMk/>
              <pc:sldMasterMk cId="0" sldId="2147483648"/>
              <pc:sldLayoutMk cId="2786200197" sldId="2147483693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7:03.182" v="160" actId="478"/>
            <ac:spMkLst>
              <pc:docMk/>
              <pc:sldMasterMk cId="0" sldId="2147483648"/>
              <pc:sldLayoutMk cId="2786200197" sldId="2147483693"/>
              <ac:spMk id="5" creationId="{00000000-0000-0000-0000-000000000000}"/>
            </ac:spMkLst>
          </pc:spChg>
        </pc:sldLayoutChg>
        <pc:sldLayoutChg chg="delSp modSp mod ord">
          <pc:chgData name="Khang Nguyễn Tấn Trần Minh" userId="c3808258-e92d-4bf9-b981-ea938a204001" providerId="ADAL" clId="{5B6F2BE7-3D84-4B5E-9065-D7CB14B9FA4B}" dt="2023-05-04T10:21:18.273" v="421" actId="6014"/>
          <pc:sldLayoutMkLst>
            <pc:docMk/>
            <pc:sldMasterMk cId="0" sldId="2147483648"/>
            <pc:sldLayoutMk cId="3501676564" sldId="2147483694"/>
          </pc:sldLayoutMkLst>
          <pc:spChg chg="mod">
            <ac:chgData name="Khang Nguyễn Tấn Trần Minh" userId="c3808258-e92d-4bf9-b981-ea938a204001" providerId="ADAL" clId="{5B6F2BE7-3D84-4B5E-9065-D7CB14B9FA4B}" dt="2023-05-04T09:13:12.398" v="124" actId="6549"/>
            <ac:spMkLst>
              <pc:docMk/>
              <pc:sldMasterMk cId="0" sldId="2147483648"/>
              <pc:sldLayoutMk cId="3501676564" sldId="2147483694"/>
              <ac:spMk id="3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3:06.753" v="123" actId="478"/>
            <ac:spMkLst>
              <pc:docMk/>
              <pc:sldMasterMk cId="0" sldId="2147483648"/>
              <pc:sldLayoutMk cId="3501676564" sldId="2147483694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3:06.753" v="123" actId="478"/>
            <ac:spMkLst>
              <pc:docMk/>
              <pc:sldMasterMk cId="0" sldId="2147483648"/>
              <pc:sldLayoutMk cId="3501676564" sldId="2147483694"/>
              <ac:spMk id="6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13:20.849" v="126" actId="6549"/>
            <ac:spMkLst>
              <pc:docMk/>
              <pc:sldMasterMk cId="0" sldId="2147483648"/>
              <pc:sldLayoutMk cId="3501676564" sldId="2147483694"/>
              <ac:spMk id="7" creationId="{D4EA549A-C581-4C37-B257-ACE55CAD4DF6}"/>
            </ac:spMkLst>
          </pc:spChg>
          <pc:spChg chg="mod">
            <ac:chgData name="Khang Nguyễn Tấn Trần Minh" userId="c3808258-e92d-4bf9-b981-ea938a204001" providerId="ADAL" clId="{5B6F2BE7-3D84-4B5E-9065-D7CB14B9FA4B}" dt="2023-05-04T09:13:16.288" v="125" actId="6549"/>
            <ac:spMkLst>
              <pc:docMk/>
              <pc:sldMasterMk cId="0" sldId="2147483648"/>
              <pc:sldLayoutMk cId="3501676564" sldId="2147483694"/>
              <ac:spMk id="9" creationId="{00016720-4FC2-4205-9886-7838EB044331}"/>
            </ac:spMkLst>
          </pc:spChg>
          <pc:spChg chg="mod">
            <ac:chgData name="Khang Nguyễn Tấn Trần Minh" userId="c3808258-e92d-4bf9-b981-ea938a204001" providerId="ADAL" clId="{5B6F2BE7-3D84-4B5E-9065-D7CB14B9FA4B}" dt="2023-05-04T09:13:25.123" v="127" actId="6549"/>
            <ac:spMkLst>
              <pc:docMk/>
              <pc:sldMasterMk cId="0" sldId="2147483648"/>
              <pc:sldLayoutMk cId="3501676564" sldId="2147483694"/>
              <ac:spMk id="10" creationId="{CE828636-495F-44E0-8340-BCE2B3F47166}"/>
            </ac:spMkLst>
          </pc:spChg>
        </pc:sldLayoutChg>
        <pc:sldLayoutChg chg="del">
          <pc:chgData name="Khang Nguyễn Tấn Trần Minh" userId="c3808258-e92d-4bf9-b981-ea938a204001" providerId="ADAL" clId="{5B6F2BE7-3D84-4B5E-9065-D7CB14B9FA4B}" dt="2023-05-04T09:02:55.679" v="32" actId="2696"/>
          <pc:sldLayoutMkLst>
            <pc:docMk/>
            <pc:sldMasterMk cId="0" sldId="2147483648"/>
            <pc:sldLayoutMk cId="2288862341" sldId="2147483695"/>
          </pc:sldLayoutMkLst>
        </pc:sldLayoutChg>
        <pc:sldLayoutChg chg="del">
          <pc:chgData name="Khang Nguyễn Tấn Trần Minh" userId="c3808258-e92d-4bf9-b981-ea938a204001" providerId="ADAL" clId="{5B6F2BE7-3D84-4B5E-9065-D7CB14B9FA4B}" dt="2023-05-04T09:02:55.743" v="33" actId="2696"/>
          <pc:sldLayoutMkLst>
            <pc:docMk/>
            <pc:sldMasterMk cId="0" sldId="2147483648"/>
            <pc:sldLayoutMk cId="1606610236" sldId="2147483696"/>
          </pc:sldLayoutMkLst>
        </pc:sldLayoutChg>
        <pc:sldLayoutChg chg="del">
          <pc:chgData name="Khang Nguyễn Tấn Trần Minh" userId="c3808258-e92d-4bf9-b981-ea938a204001" providerId="ADAL" clId="{5B6F2BE7-3D84-4B5E-9065-D7CB14B9FA4B}" dt="2023-05-04T09:02:55.553" v="29" actId="2696"/>
          <pc:sldLayoutMkLst>
            <pc:docMk/>
            <pc:sldMasterMk cId="0" sldId="2147483648"/>
            <pc:sldLayoutMk cId="3862741479" sldId="2147483697"/>
          </pc:sldLayoutMkLst>
        </pc:sldLayoutChg>
        <pc:sldLayoutChg chg="del">
          <pc:chgData name="Khang Nguyễn Tấn Trần Minh" userId="c3808258-e92d-4bf9-b981-ea938a204001" providerId="ADAL" clId="{5B6F2BE7-3D84-4B5E-9065-D7CB14B9FA4B}" dt="2023-05-04T09:02:55.586" v="30" actId="2696"/>
          <pc:sldLayoutMkLst>
            <pc:docMk/>
            <pc:sldMasterMk cId="0" sldId="2147483648"/>
            <pc:sldLayoutMk cId="2638193349" sldId="2147483698"/>
          </pc:sldLayoutMkLst>
        </pc:sldLayoutChg>
        <pc:sldLayoutChg chg="delSp modSp mod">
          <pc:chgData name="Khang Nguyễn Tấn Trần Minh" userId="c3808258-e92d-4bf9-b981-ea938a204001" providerId="ADAL" clId="{5B6F2BE7-3D84-4B5E-9065-D7CB14B9FA4B}" dt="2023-05-04T10:16:00.492" v="388" actId="6014"/>
          <pc:sldLayoutMkLst>
            <pc:docMk/>
            <pc:sldMasterMk cId="0" sldId="2147483648"/>
            <pc:sldLayoutMk cId="270909198" sldId="2147483699"/>
          </pc:sldLayoutMkLst>
          <pc:spChg chg="mod">
            <ac:chgData name="Khang Nguyễn Tấn Trần Minh" userId="c3808258-e92d-4bf9-b981-ea938a204001" providerId="ADAL" clId="{5B6F2BE7-3D84-4B5E-9065-D7CB14B9FA4B}" dt="2023-05-04T08:57:42.421" v="4" actId="207"/>
            <ac:spMkLst>
              <pc:docMk/>
              <pc:sldMasterMk cId="0" sldId="2147483648"/>
              <pc:sldLayoutMk cId="270909198" sldId="2147483699"/>
              <ac:spMk id="3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13.185" v="114" actId="478"/>
            <ac:spMkLst>
              <pc:docMk/>
              <pc:sldMasterMk cId="0" sldId="2147483648"/>
              <pc:sldLayoutMk cId="270909198" sldId="2147483699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13.185" v="114" actId="478"/>
            <ac:spMkLst>
              <pc:docMk/>
              <pc:sldMasterMk cId="0" sldId="2147483648"/>
              <pc:sldLayoutMk cId="270909198" sldId="2147483699"/>
              <ac:spMk id="5" creationId="{00000000-0000-0000-0000-000000000000}"/>
            </ac:spMkLst>
          </pc:spChg>
        </pc:sldLayoutChg>
        <pc:sldLayoutChg chg="delSp modSp mod">
          <pc:chgData name="Khang Nguyễn Tấn Trần Minh" userId="c3808258-e92d-4bf9-b981-ea938a204001" providerId="ADAL" clId="{5B6F2BE7-3D84-4B5E-9065-D7CB14B9FA4B}" dt="2023-05-04T10:18:02.693" v="400" actId="6014"/>
          <pc:sldLayoutMkLst>
            <pc:docMk/>
            <pc:sldMasterMk cId="0" sldId="2147483648"/>
            <pc:sldLayoutMk cId="3077042037" sldId="2147483700"/>
          </pc:sldLayoutMkLst>
          <pc:spChg chg="mod">
            <ac:chgData name="Khang Nguyễn Tấn Trần Minh" userId="c3808258-e92d-4bf9-b981-ea938a204001" providerId="ADAL" clId="{5B6F2BE7-3D84-4B5E-9065-D7CB14B9FA4B}" dt="2023-05-04T09:01:49.180" v="25" actId="14100"/>
            <ac:spMkLst>
              <pc:docMk/>
              <pc:sldMasterMk cId="0" sldId="2147483648"/>
              <pc:sldLayoutMk cId="3077042037" sldId="2147483700"/>
              <ac:spMk id="3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31.911" v="118" actId="478"/>
            <ac:spMkLst>
              <pc:docMk/>
              <pc:sldMasterMk cId="0" sldId="2147483648"/>
              <pc:sldLayoutMk cId="3077042037" sldId="2147483700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31.911" v="118" actId="478"/>
            <ac:spMkLst>
              <pc:docMk/>
              <pc:sldMasterMk cId="0" sldId="2147483648"/>
              <pc:sldLayoutMk cId="3077042037" sldId="2147483700"/>
              <ac:spMk id="5" creationId="{00000000-0000-0000-0000-000000000000}"/>
            </ac:spMkLst>
          </pc:spChg>
        </pc:sldLayoutChg>
        <pc:sldLayoutChg chg="delSp modSp mod">
          <pc:chgData name="Khang Nguyễn Tấn Trần Minh" userId="c3808258-e92d-4bf9-b981-ea938a204001" providerId="ADAL" clId="{5B6F2BE7-3D84-4B5E-9065-D7CB14B9FA4B}" dt="2023-05-04T10:19:46.579" v="410" actId="6014"/>
          <pc:sldLayoutMkLst>
            <pc:docMk/>
            <pc:sldMasterMk cId="0" sldId="2147483648"/>
            <pc:sldLayoutMk cId="2708040965" sldId="2147483701"/>
          </pc:sldLayoutMkLst>
          <pc:spChg chg="mod">
            <ac:chgData name="Khang Nguyễn Tấn Trần Minh" userId="c3808258-e92d-4bf9-b981-ea938a204001" providerId="ADAL" clId="{5B6F2BE7-3D84-4B5E-9065-D7CB14B9FA4B}" dt="2023-05-04T10:12:57.350" v="363" actId="14100"/>
            <ac:spMkLst>
              <pc:docMk/>
              <pc:sldMasterMk cId="0" sldId="2147483648"/>
              <pc:sldLayoutMk cId="2708040965" sldId="2147483701"/>
              <ac:spMk id="3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51.467" v="120" actId="478"/>
            <ac:spMkLst>
              <pc:docMk/>
              <pc:sldMasterMk cId="0" sldId="2147483648"/>
              <pc:sldLayoutMk cId="2708040965" sldId="2147483701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51.467" v="120" actId="478"/>
            <ac:spMkLst>
              <pc:docMk/>
              <pc:sldMasterMk cId="0" sldId="2147483648"/>
              <pc:sldLayoutMk cId="2708040965" sldId="2147483701"/>
              <ac:spMk id="6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10:12:57.350" v="363" actId="14100"/>
            <ac:spMkLst>
              <pc:docMk/>
              <pc:sldMasterMk cId="0" sldId="2147483648"/>
              <pc:sldLayoutMk cId="2708040965" sldId="2147483701"/>
              <ac:spMk id="8" creationId="{96160E72-CB3B-4B35-B991-A52F0E9D9B5B}"/>
            </ac:spMkLst>
          </pc:spChg>
        </pc:sldLayoutChg>
        <pc:sldLayoutChg chg="delSp modSp mod">
          <pc:chgData name="Khang Nguyễn Tấn Trần Minh" userId="c3808258-e92d-4bf9-b981-ea938a204001" providerId="ADAL" clId="{5B6F2BE7-3D84-4B5E-9065-D7CB14B9FA4B}" dt="2023-05-04T10:22:04.838" v="425" actId="6014"/>
          <pc:sldLayoutMkLst>
            <pc:docMk/>
            <pc:sldMasterMk cId="0" sldId="2147483648"/>
            <pc:sldLayoutMk cId="1875669295" sldId="2147483702"/>
          </pc:sldLayoutMkLst>
          <pc:spChg chg="mod">
            <ac:chgData name="Khang Nguyễn Tấn Trần Minh" userId="c3808258-e92d-4bf9-b981-ea938a204001" providerId="ADAL" clId="{5B6F2BE7-3D84-4B5E-9065-D7CB14B9FA4B}" dt="2023-05-04T09:25:14.022" v="192" actId="6549"/>
            <ac:spMkLst>
              <pc:docMk/>
              <pc:sldMasterMk cId="0" sldId="2147483648"/>
              <pc:sldLayoutMk cId="1875669295" sldId="2147483702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38.816" v="156" actId="478"/>
            <ac:spMkLst>
              <pc:docMk/>
              <pc:sldMasterMk cId="0" sldId="2147483648"/>
              <pc:sldLayoutMk cId="1875669295" sldId="2147483702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38.816" v="156" actId="478"/>
            <ac:spMkLst>
              <pc:docMk/>
              <pc:sldMasterMk cId="0" sldId="2147483648"/>
              <pc:sldLayoutMk cId="1875669295" sldId="2147483702"/>
              <ac:spMk id="6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26:35.820" v="201" actId="14100"/>
            <ac:spMkLst>
              <pc:docMk/>
              <pc:sldMasterMk cId="0" sldId="2147483648"/>
              <pc:sldLayoutMk cId="1875669295" sldId="2147483702"/>
              <ac:spMk id="8" creationId="{B49A9FAE-4758-4C46-8541-F381798C5CD5}"/>
            </ac:spMkLst>
          </pc:spChg>
        </pc:sldLayoutChg>
        <pc:sldLayoutChg chg="delSp modSp mod">
          <pc:chgData name="Khang Nguyễn Tấn Trần Minh" userId="c3808258-e92d-4bf9-b981-ea938a204001" providerId="ADAL" clId="{5B6F2BE7-3D84-4B5E-9065-D7CB14B9FA4B}" dt="2023-05-04T10:22:10.162" v="426" actId="6014"/>
          <pc:sldLayoutMkLst>
            <pc:docMk/>
            <pc:sldMasterMk cId="0" sldId="2147483648"/>
            <pc:sldLayoutMk cId="2150584009" sldId="2147483703"/>
          </pc:sldLayoutMkLst>
          <pc:spChg chg="mod">
            <ac:chgData name="Khang Nguyễn Tấn Trần Minh" userId="c3808258-e92d-4bf9-b981-ea938a204001" providerId="ADAL" clId="{5B6F2BE7-3D84-4B5E-9065-D7CB14B9FA4B}" dt="2023-05-04T09:25:30.917" v="193" actId="6549"/>
            <ac:spMkLst>
              <pc:docMk/>
              <pc:sldMasterMk cId="0" sldId="2147483648"/>
              <pc:sldLayoutMk cId="2150584009" sldId="2147483703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43.185" v="157" actId="478"/>
            <ac:spMkLst>
              <pc:docMk/>
              <pc:sldMasterMk cId="0" sldId="2147483648"/>
              <pc:sldLayoutMk cId="2150584009" sldId="2147483703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43.185" v="157" actId="478"/>
            <ac:spMkLst>
              <pc:docMk/>
              <pc:sldMasterMk cId="0" sldId="2147483648"/>
              <pc:sldLayoutMk cId="2150584009" sldId="2147483703"/>
              <ac:spMk id="6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25:36.238" v="194" actId="6549"/>
            <ac:spMkLst>
              <pc:docMk/>
              <pc:sldMasterMk cId="0" sldId="2147483648"/>
              <pc:sldLayoutMk cId="2150584009" sldId="2147483703"/>
              <ac:spMk id="7" creationId="{41B544BE-4259-4202-9EEF-29A5F771B6E3}"/>
            </ac:spMkLst>
          </pc:spChg>
          <pc:spChg chg="mod">
            <ac:chgData name="Khang Nguyễn Tấn Trần Minh" userId="c3808258-e92d-4bf9-b981-ea938a204001" providerId="ADAL" clId="{5B6F2BE7-3D84-4B5E-9065-D7CB14B9FA4B}" dt="2023-05-04T09:26:41.778" v="202" actId="14100"/>
            <ac:spMkLst>
              <pc:docMk/>
              <pc:sldMasterMk cId="0" sldId="2147483648"/>
              <pc:sldLayoutMk cId="2150584009" sldId="2147483703"/>
              <ac:spMk id="8" creationId="{B49A9FAE-4758-4C46-8541-F381798C5CD5}"/>
            </ac:spMkLst>
          </pc:spChg>
        </pc:sldLayoutChg>
        <pc:sldLayoutChg chg="delSp modSp mod">
          <pc:chgData name="Khang Nguyễn Tấn Trần Minh" userId="c3808258-e92d-4bf9-b981-ea938a204001" providerId="ADAL" clId="{5B6F2BE7-3D84-4B5E-9065-D7CB14B9FA4B}" dt="2023-05-04T10:22:15.127" v="427" actId="6014"/>
          <pc:sldLayoutMkLst>
            <pc:docMk/>
            <pc:sldMasterMk cId="0" sldId="2147483648"/>
            <pc:sldLayoutMk cId="1469903849" sldId="2147483704"/>
          </pc:sldLayoutMkLst>
          <pc:spChg chg="mod">
            <ac:chgData name="Khang Nguyễn Tấn Trần Minh" userId="c3808258-e92d-4bf9-b981-ea938a204001" providerId="ADAL" clId="{5B6F2BE7-3D84-4B5E-9065-D7CB14B9FA4B}" dt="2023-05-04T09:26:14.825" v="199" actId="6549"/>
            <ac:spMkLst>
              <pc:docMk/>
              <pc:sldMasterMk cId="0" sldId="2147483648"/>
              <pc:sldLayoutMk cId="1469903849" sldId="2147483704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47.096" v="158" actId="478"/>
            <ac:spMkLst>
              <pc:docMk/>
              <pc:sldMasterMk cId="0" sldId="2147483648"/>
              <pc:sldLayoutMk cId="1469903849" sldId="2147483704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47.096" v="158" actId="478"/>
            <ac:spMkLst>
              <pc:docMk/>
              <pc:sldMasterMk cId="0" sldId="2147483648"/>
              <pc:sldLayoutMk cId="1469903849" sldId="2147483704"/>
              <ac:spMk id="6" creationId="{00000000-0000-0000-0000-000000000000}"/>
            </ac:spMkLst>
          </pc:spChg>
        </pc:sldLayoutChg>
        <pc:sldLayoutChg chg="delSp modSp mod">
          <pc:chgData name="Khang Nguyễn Tấn Trần Minh" userId="c3808258-e92d-4bf9-b981-ea938a204001" providerId="ADAL" clId="{5B6F2BE7-3D84-4B5E-9065-D7CB14B9FA4B}" dt="2023-05-04T10:22:20.387" v="428" actId="6014"/>
          <pc:sldLayoutMkLst>
            <pc:docMk/>
            <pc:sldMasterMk cId="0" sldId="2147483648"/>
            <pc:sldLayoutMk cId="3303610944" sldId="2147483705"/>
          </pc:sldLayoutMkLst>
          <pc:spChg chg="mod">
            <ac:chgData name="Khang Nguyễn Tấn Trần Minh" userId="c3808258-e92d-4bf9-b981-ea938a204001" providerId="ADAL" clId="{5B6F2BE7-3D84-4B5E-9065-D7CB14B9FA4B}" dt="2023-05-04T09:26:18.854" v="200" actId="6549"/>
            <ac:spMkLst>
              <pc:docMk/>
              <pc:sldMasterMk cId="0" sldId="2147483648"/>
              <pc:sldLayoutMk cId="3303610944" sldId="2147483705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54.561" v="159" actId="478"/>
            <ac:spMkLst>
              <pc:docMk/>
              <pc:sldMasterMk cId="0" sldId="2147483648"/>
              <pc:sldLayoutMk cId="3303610944" sldId="2147483705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6:54.561" v="159" actId="478"/>
            <ac:spMkLst>
              <pc:docMk/>
              <pc:sldMasterMk cId="0" sldId="2147483648"/>
              <pc:sldLayoutMk cId="3303610944" sldId="2147483705"/>
              <ac:spMk id="6" creationId="{00000000-0000-0000-0000-000000000000}"/>
            </ac:spMkLst>
          </pc:spChg>
        </pc:sldLayoutChg>
        <pc:sldLayoutChg chg="delSp modSp mod">
          <pc:chgData name="Khang Nguyễn Tấn Trần Minh" userId="c3808258-e92d-4bf9-b981-ea938a204001" providerId="ADAL" clId="{5B6F2BE7-3D84-4B5E-9065-D7CB14B9FA4B}" dt="2023-05-04T10:17:18.872" v="394" actId="6014"/>
          <pc:sldLayoutMkLst>
            <pc:docMk/>
            <pc:sldMasterMk cId="0" sldId="2147483648"/>
            <pc:sldLayoutMk cId="3414253750" sldId="2147483706"/>
          </pc:sldLayoutMkLst>
          <pc:spChg chg="mod">
            <ac:chgData name="Khang Nguyễn Tấn Trần Minh" userId="c3808258-e92d-4bf9-b981-ea938a204001" providerId="ADAL" clId="{5B6F2BE7-3D84-4B5E-9065-D7CB14B9FA4B}" dt="2023-05-04T09:00:56.677" v="20" actId="14100"/>
            <ac:spMkLst>
              <pc:docMk/>
              <pc:sldMasterMk cId="0" sldId="2147483648"/>
              <pc:sldLayoutMk cId="3414253750" sldId="2147483706"/>
              <ac:spMk id="3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00:51.976" v="19" actId="14100"/>
            <ac:spMkLst>
              <pc:docMk/>
              <pc:sldMasterMk cId="0" sldId="2147483648"/>
              <pc:sldLayoutMk cId="3414253750" sldId="2147483706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22.461" v="116" actId="478"/>
            <ac:spMkLst>
              <pc:docMk/>
              <pc:sldMasterMk cId="0" sldId="2147483648"/>
              <pc:sldLayoutMk cId="3414253750" sldId="2147483706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22.461" v="116" actId="478"/>
            <ac:spMkLst>
              <pc:docMk/>
              <pc:sldMasterMk cId="0" sldId="2147483648"/>
              <pc:sldLayoutMk cId="3414253750" sldId="2147483706"/>
              <ac:spMk id="6" creationId="{00000000-0000-0000-0000-000000000000}"/>
            </ac:spMkLst>
          </pc:spChg>
        </pc:sldLayoutChg>
        <pc:sldLayoutChg chg="delSp modSp mod">
          <pc:chgData name="Khang Nguyễn Tấn Trần Minh" userId="c3808258-e92d-4bf9-b981-ea938a204001" providerId="ADAL" clId="{5B6F2BE7-3D84-4B5E-9065-D7CB14B9FA4B}" dt="2023-05-04T10:18:14.407" v="402" actId="6014"/>
          <pc:sldLayoutMkLst>
            <pc:docMk/>
            <pc:sldMasterMk cId="0" sldId="2147483648"/>
            <pc:sldLayoutMk cId="2620237141" sldId="2147483707"/>
          </pc:sldLayoutMkLst>
          <pc:spChg chg="mod">
            <ac:chgData name="Khang Nguyễn Tấn Trần Minh" userId="c3808258-e92d-4bf9-b981-ea938a204001" providerId="ADAL" clId="{5B6F2BE7-3D84-4B5E-9065-D7CB14B9FA4B}" dt="2023-05-04T09:02:11.248" v="26" actId="14100"/>
            <ac:spMkLst>
              <pc:docMk/>
              <pc:sldMasterMk cId="0" sldId="2147483648"/>
              <pc:sldLayoutMk cId="2620237141" sldId="2147483707"/>
              <ac:spMk id="3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46.312" v="119" actId="478"/>
            <ac:spMkLst>
              <pc:docMk/>
              <pc:sldMasterMk cId="0" sldId="2147483648"/>
              <pc:sldLayoutMk cId="2620237141" sldId="2147483707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46.312" v="119" actId="478"/>
            <ac:spMkLst>
              <pc:docMk/>
              <pc:sldMasterMk cId="0" sldId="2147483648"/>
              <pc:sldLayoutMk cId="2620237141" sldId="2147483707"/>
              <ac:spMk id="5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09:05.364" v="105" actId="255"/>
            <ac:spMkLst>
              <pc:docMk/>
              <pc:sldMasterMk cId="0" sldId="2147483648"/>
              <pc:sldLayoutMk cId="2620237141" sldId="2147483707"/>
              <ac:spMk id="6" creationId="{72215DFE-C786-4C03-A1F8-74645480087D}"/>
            </ac:spMkLst>
          </pc:spChg>
        </pc:sldLayoutChg>
        <pc:sldLayoutChg chg="delSp modSp mod">
          <pc:chgData name="Khang Nguyễn Tấn Trần Minh" userId="c3808258-e92d-4bf9-b981-ea938a204001" providerId="ADAL" clId="{5B6F2BE7-3D84-4B5E-9065-D7CB14B9FA4B}" dt="2023-05-04T10:17:34.714" v="396" actId="6014"/>
          <pc:sldLayoutMkLst>
            <pc:docMk/>
            <pc:sldMasterMk cId="0" sldId="2147483648"/>
            <pc:sldLayoutMk cId="963645740" sldId="2147483708"/>
          </pc:sldLayoutMkLst>
          <pc:spChg chg="mod">
            <ac:chgData name="Khang Nguyễn Tấn Trần Minh" userId="c3808258-e92d-4bf9-b981-ea938a204001" providerId="ADAL" clId="{5B6F2BE7-3D84-4B5E-9065-D7CB14B9FA4B}" dt="2023-05-04T09:04:20.427" v="34" actId="14100"/>
            <ac:spMkLst>
              <pc:docMk/>
              <pc:sldMasterMk cId="0" sldId="2147483648"/>
              <pc:sldLayoutMk cId="963645740" sldId="2147483708"/>
              <ac:spMk id="3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05:05.181" v="73" actId="1076"/>
            <ac:spMkLst>
              <pc:docMk/>
              <pc:sldMasterMk cId="0" sldId="2147483648"/>
              <pc:sldLayoutMk cId="963645740" sldId="2147483708"/>
              <ac:spMk id="4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26.242" v="117" actId="478"/>
            <ac:spMkLst>
              <pc:docMk/>
              <pc:sldMasterMk cId="0" sldId="2147483648"/>
              <pc:sldLayoutMk cId="963645740" sldId="2147483708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26.242" v="117" actId="478"/>
            <ac:spMkLst>
              <pc:docMk/>
              <pc:sldMasterMk cId="0" sldId="2147483648"/>
              <pc:sldLayoutMk cId="963645740" sldId="2147483708"/>
              <ac:spMk id="6" creationId="{00000000-0000-0000-0000-000000000000}"/>
            </ac:spMkLst>
          </pc:spChg>
        </pc:sldLayoutChg>
        <pc:sldLayoutChg chg="del">
          <pc:chgData name="Khang Nguyễn Tấn Trần Minh" userId="c3808258-e92d-4bf9-b981-ea938a204001" providerId="ADAL" clId="{5B6F2BE7-3D84-4B5E-9065-D7CB14B9FA4B}" dt="2023-05-04T09:07:52.787" v="100" actId="2696"/>
          <pc:sldLayoutMkLst>
            <pc:docMk/>
            <pc:sldMasterMk cId="0" sldId="2147483648"/>
            <pc:sldLayoutMk cId="2528506823" sldId="2147483709"/>
          </pc:sldLayoutMkLst>
        </pc:sldLayoutChg>
        <pc:sldLayoutChg chg="delSp modSp mod">
          <pc:chgData name="Khang Nguyễn Tấn Trần Minh" userId="c3808258-e92d-4bf9-b981-ea938a204001" providerId="ADAL" clId="{5B6F2BE7-3D84-4B5E-9065-D7CB14B9FA4B}" dt="2023-05-04T10:19:56.793" v="412" actId="6014"/>
          <pc:sldLayoutMkLst>
            <pc:docMk/>
            <pc:sldMasterMk cId="0" sldId="2147483648"/>
            <pc:sldLayoutMk cId="418613066" sldId="2147483710"/>
          </pc:sldLayoutMkLst>
          <pc:spChg chg="mod">
            <ac:chgData name="Khang Nguyễn Tấn Trần Minh" userId="c3808258-e92d-4bf9-b981-ea938a204001" providerId="ADAL" clId="{5B6F2BE7-3D84-4B5E-9065-D7CB14B9FA4B}" dt="2023-05-04T09:07:19.807" v="98" actId="14100"/>
            <ac:spMkLst>
              <pc:docMk/>
              <pc:sldMasterMk cId="0" sldId="2147483648"/>
              <pc:sldLayoutMk cId="418613066" sldId="2147483710"/>
              <ac:spMk id="3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55.940" v="121" actId="478"/>
            <ac:spMkLst>
              <pc:docMk/>
              <pc:sldMasterMk cId="0" sldId="2147483648"/>
              <pc:sldLayoutMk cId="418613066" sldId="2147483710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2:55.940" v="121" actId="478"/>
            <ac:spMkLst>
              <pc:docMk/>
              <pc:sldMasterMk cId="0" sldId="2147483648"/>
              <pc:sldLayoutMk cId="418613066" sldId="2147483710"/>
              <ac:spMk id="6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09:10:02.427" v="107" actId="255"/>
            <ac:spMkLst>
              <pc:docMk/>
              <pc:sldMasterMk cId="0" sldId="2147483648"/>
              <pc:sldLayoutMk cId="418613066" sldId="2147483710"/>
              <ac:spMk id="8" creationId="{96160E72-CB3B-4B35-B991-A52F0E9D9B5B}"/>
            </ac:spMkLst>
          </pc:spChg>
        </pc:sldLayoutChg>
        <pc:sldLayoutChg chg="addSp delSp modSp mod">
          <pc:chgData name="Khang Nguyễn Tấn Trần Minh" userId="c3808258-e92d-4bf9-b981-ea938a204001" providerId="ADAL" clId="{5B6F2BE7-3D84-4B5E-9065-D7CB14B9FA4B}" dt="2023-05-04T10:20:18.436" v="415" actId="6014"/>
          <pc:sldLayoutMkLst>
            <pc:docMk/>
            <pc:sldMasterMk cId="0" sldId="2147483648"/>
            <pc:sldLayoutMk cId="788554045" sldId="2147483711"/>
          </pc:sldLayoutMkLst>
          <pc:spChg chg="mod">
            <ac:chgData name="Khang Nguyễn Tấn Trần Minh" userId="c3808258-e92d-4bf9-b981-ea938a204001" providerId="ADAL" clId="{5B6F2BE7-3D84-4B5E-9065-D7CB14B9FA4B}" dt="2023-05-04T10:13:46.436" v="385" actId="14100"/>
            <ac:spMkLst>
              <pc:docMk/>
              <pc:sldMasterMk cId="0" sldId="2147483648"/>
              <pc:sldLayoutMk cId="788554045" sldId="2147483711"/>
              <ac:spMk id="3" creationId="{00000000-0000-0000-0000-000000000000}"/>
            </ac:spMkLst>
          </pc:spChg>
          <pc:spChg chg="add mod">
            <ac:chgData name="Khang Nguyễn Tấn Trần Minh" userId="c3808258-e92d-4bf9-b981-ea938a204001" providerId="ADAL" clId="{5B6F2BE7-3D84-4B5E-9065-D7CB14B9FA4B}" dt="2023-05-04T10:13:32.917" v="374"/>
            <ac:spMkLst>
              <pc:docMk/>
              <pc:sldMasterMk cId="0" sldId="2147483648"/>
              <pc:sldLayoutMk cId="788554045" sldId="2147483711"/>
              <ac:spMk id="4" creationId="{D4A4C1F9-81CD-D56F-EC94-62A54EC01336}"/>
            </ac:spMkLst>
          </pc:spChg>
          <pc:spChg chg="del">
            <ac:chgData name="Khang Nguyễn Tấn Trần Minh" userId="c3808258-e92d-4bf9-b981-ea938a204001" providerId="ADAL" clId="{5B6F2BE7-3D84-4B5E-9065-D7CB14B9FA4B}" dt="2023-05-04T09:13:00.902" v="122" actId="478"/>
            <ac:spMkLst>
              <pc:docMk/>
              <pc:sldMasterMk cId="0" sldId="2147483648"/>
              <pc:sldLayoutMk cId="788554045" sldId="2147483711"/>
              <ac:spMk id="5" creationId="{00000000-0000-0000-0000-000000000000}"/>
            </ac:spMkLst>
          </pc:spChg>
          <pc:spChg chg="del">
            <ac:chgData name="Khang Nguyễn Tấn Trần Minh" userId="c3808258-e92d-4bf9-b981-ea938a204001" providerId="ADAL" clId="{5B6F2BE7-3D84-4B5E-9065-D7CB14B9FA4B}" dt="2023-05-04T09:13:00.902" v="122" actId="478"/>
            <ac:spMkLst>
              <pc:docMk/>
              <pc:sldMasterMk cId="0" sldId="2147483648"/>
              <pc:sldLayoutMk cId="788554045" sldId="2147483711"/>
              <ac:spMk id="6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10:13:42.680" v="384" actId="1036"/>
            <ac:spMkLst>
              <pc:docMk/>
              <pc:sldMasterMk cId="0" sldId="2147483648"/>
              <pc:sldLayoutMk cId="788554045" sldId="2147483711"/>
              <ac:spMk id="8" creationId="{96160E72-CB3B-4B35-B991-A52F0E9D9B5B}"/>
            </ac:spMkLst>
          </pc:spChg>
        </pc:sldLayoutChg>
        <pc:sldLayoutChg chg="mod">
          <pc:chgData name="Khang Nguyễn Tấn Trần Minh" userId="c3808258-e92d-4bf9-b981-ea938a204001" providerId="ADAL" clId="{5B6F2BE7-3D84-4B5E-9065-D7CB14B9FA4B}" dt="2023-05-04T10:18:31.951" v="404" actId="6014"/>
          <pc:sldLayoutMkLst>
            <pc:docMk/>
            <pc:sldMasterMk cId="0" sldId="2147483648"/>
            <pc:sldLayoutMk cId="3901276885" sldId="2147483712"/>
          </pc:sldLayoutMkLst>
        </pc:sldLayoutChg>
        <pc:sldLayoutChg chg="modSp mod">
          <pc:chgData name="Khang Nguyễn Tấn Trần Minh" userId="c3808258-e92d-4bf9-b981-ea938a204001" providerId="ADAL" clId="{5B6F2BE7-3D84-4B5E-9065-D7CB14B9FA4B}" dt="2023-05-04T10:18:43.032" v="406" actId="6014"/>
          <pc:sldLayoutMkLst>
            <pc:docMk/>
            <pc:sldMasterMk cId="0" sldId="2147483648"/>
            <pc:sldLayoutMk cId="1285875025" sldId="2147483713"/>
          </pc:sldLayoutMkLst>
          <pc:spChg chg="mod">
            <ac:chgData name="Khang Nguyễn Tấn Trần Minh" userId="c3808258-e92d-4bf9-b981-ea938a204001" providerId="ADAL" clId="{5B6F2BE7-3D84-4B5E-9065-D7CB14B9FA4B}" dt="2023-05-04T09:22:29.071" v="184" actId="14100"/>
            <ac:spMkLst>
              <pc:docMk/>
              <pc:sldMasterMk cId="0" sldId="2147483648"/>
              <pc:sldLayoutMk cId="1285875025" sldId="2147483713"/>
              <ac:spMk id="3" creationId="{00000000-0000-0000-0000-000000000000}"/>
            </ac:spMkLst>
          </pc:spChg>
        </pc:sldLayoutChg>
        <pc:sldLayoutChg chg="modSp del">
          <pc:chgData name="Khang Nguyễn Tấn Trần Minh" userId="c3808258-e92d-4bf9-b981-ea938a204001" providerId="ADAL" clId="{5B6F2BE7-3D84-4B5E-9065-D7CB14B9FA4B}" dt="2023-05-04T09:50:44.848" v="331" actId="2696"/>
          <pc:sldLayoutMkLst>
            <pc:docMk/>
            <pc:sldMasterMk cId="0" sldId="2147483648"/>
            <pc:sldLayoutMk cId="3958690635" sldId="2147483714"/>
          </pc:sldLayoutMkLst>
          <pc:spChg chg="mod">
            <ac:chgData name="Khang Nguyễn Tấn Trần Minh" userId="c3808258-e92d-4bf9-b981-ea938a204001" providerId="ADAL" clId="{5B6F2BE7-3D84-4B5E-9065-D7CB14B9FA4B}" dt="2023-05-04T09:22:35.848" v="185" actId="14100"/>
            <ac:spMkLst>
              <pc:docMk/>
              <pc:sldMasterMk cId="0" sldId="2147483648"/>
              <pc:sldLayoutMk cId="3958690635" sldId="2147483714"/>
              <ac:spMk id="3" creationId="{00000000-0000-0000-0000-000000000000}"/>
            </ac:spMkLst>
          </pc:spChg>
        </pc:sldLayoutChg>
        <pc:sldLayoutChg chg="modSp mod">
          <pc:chgData name="Khang Nguyễn Tấn Trần Minh" userId="c3808258-e92d-4bf9-b981-ea938a204001" providerId="ADAL" clId="{5B6F2BE7-3D84-4B5E-9065-D7CB14B9FA4B}" dt="2023-05-04T10:19:06.187" v="408" actId="6014"/>
          <pc:sldLayoutMkLst>
            <pc:docMk/>
            <pc:sldMasterMk cId="0" sldId="2147483648"/>
            <pc:sldLayoutMk cId="2016639908" sldId="2147483715"/>
          </pc:sldLayoutMkLst>
          <pc:spChg chg="mod">
            <ac:chgData name="Khang Nguyễn Tấn Trần Minh" userId="c3808258-e92d-4bf9-b981-ea938a204001" providerId="ADAL" clId="{5B6F2BE7-3D84-4B5E-9065-D7CB14B9FA4B}" dt="2023-05-04T10:12:06.651" v="359" actId="14100"/>
            <ac:spMkLst>
              <pc:docMk/>
              <pc:sldMasterMk cId="0" sldId="2147483648"/>
              <pc:sldLayoutMk cId="2016639908" sldId="2147483715"/>
              <ac:spMk id="3" creationId="{00000000-0000-0000-0000-000000000000}"/>
            </ac:spMkLst>
          </pc:spChg>
        </pc:sldLayoutChg>
        <pc:sldLayoutChg chg="modSp mod">
          <pc:chgData name="Khang Nguyễn Tấn Trần Minh" userId="c3808258-e92d-4bf9-b981-ea938a204001" providerId="ADAL" clId="{5B6F2BE7-3D84-4B5E-9065-D7CB14B9FA4B}" dt="2023-05-04T10:16:40.744" v="391" actId="6014"/>
          <pc:sldLayoutMkLst>
            <pc:docMk/>
            <pc:sldMasterMk cId="0" sldId="2147483648"/>
            <pc:sldLayoutMk cId="1674919865" sldId="2147483717"/>
          </pc:sldLayoutMkLst>
          <pc:spChg chg="mod">
            <ac:chgData name="Khang Nguyễn Tấn Trần Minh" userId="c3808258-e92d-4bf9-b981-ea938a204001" providerId="ADAL" clId="{5B6F2BE7-3D84-4B5E-9065-D7CB14B9FA4B}" dt="2023-05-04T09:21:59.207" v="182" actId="14100"/>
            <ac:spMkLst>
              <pc:docMk/>
              <pc:sldMasterMk cId="0" sldId="2147483648"/>
              <pc:sldLayoutMk cId="1674919865" sldId="2147483717"/>
              <ac:spMk id="3" creationId="{ABE249C8-BF7A-4990-B3B9-274312BE8A3E}"/>
            </ac:spMkLst>
          </pc:spChg>
        </pc:sldLayoutChg>
        <pc:sldLayoutChg chg="mod">
          <pc:chgData name="Khang Nguyễn Tấn Trần Minh" userId="c3808258-e92d-4bf9-b981-ea938a204001" providerId="ADAL" clId="{5B6F2BE7-3D84-4B5E-9065-D7CB14B9FA4B}" dt="2023-05-04T10:20:57.359" v="418" actId="6014"/>
          <pc:sldLayoutMkLst>
            <pc:docMk/>
            <pc:sldMasterMk cId="0" sldId="2147483648"/>
            <pc:sldLayoutMk cId="3906246569" sldId="2147483718"/>
          </pc:sldLayoutMkLst>
        </pc:sldLayoutChg>
        <pc:sldLayoutChg chg="addSp modSp mod">
          <pc:chgData name="Khang Nguyễn Tấn Trần Minh" userId="c3808258-e92d-4bf9-b981-ea938a204001" providerId="ADAL" clId="{5B6F2BE7-3D84-4B5E-9065-D7CB14B9FA4B}" dt="2023-05-04T10:21:36.470" v="423" actId="6014"/>
          <pc:sldLayoutMkLst>
            <pc:docMk/>
            <pc:sldMasterMk cId="0" sldId="2147483648"/>
            <pc:sldLayoutMk cId="3613338590" sldId="2147483719"/>
          </pc:sldLayoutMkLst>
          <pc:spChg chg="mod">
            <ac:chgData name="Khang Nguyễn Tấn Trần Minh" userId="c3808258-e92d-4bf9-b981-ea938a204001" providerId="ADAL" clId="{5B6F2BE7-3D84-4B5E-9065-D7CB14B9FA4B}" dt="2023-05-04T09:24:55.778" v="191" actId="14100"/>
            <ac:spMkLst>
              <pc:docMk/>
              <pc:sldMasterMk cId="0" sldId="2147483648"/>
              <pc:sldLayoutMk cId="3613338590" sldId="2147483719"/>
              <ac:spMk id="3" creationId="{00000000-0000-0000-0000-000000000000}"/>
            </ac:spMkLst>
          </pc:spChg>
          <pc:spChg chg="add mod">
            <ac:chgData name="Khang Nguyễn Tấn Trần Minh" userId="c3808258-e92d-4bf9-b981-ea938a204001" providerId="ADAL" clId="{5B6F2BE7-3D84-4B5E-9065-D7CB14B9FA4B}" dt="2023-05-04T09:24:38.185" v="189"/>
            <ac:spMkLst>
              <pc:docMk/>
              <pc:sldMasterMk cId="0" sldId="2147483648"/>
              <pc:sldLayoutMk cId="3613338590" sldId="2147483719"/>
              <ac:spMk id="4" creationId="{166FD81B-D664-FF76-F971-91B15C5A35D7}"/>
            </ac:spMkLst>
          </pc:spChg>
          <pc:spChg chg="mod">
            <ac:chgData name="Khang Nguyễn Tấn Trần Minh" userId="c3808258-e92d-4bf9-b981-ea938a204001" providerId="ADAL" clId="{5B6F2BE7-3D84-4B5E-9065-D7CB14B9FA4B}" dt="2023-05-04T09:24:55.778" v="191" actId="14100"/>
            <ac:spMkLst>
              <pc:docMk/>
              <pc:sldMasterMk cId="0" sldId="2147483648"/>
              <pc:sldLayoutMk cId="3613338590" sldId="2147483719"/>
              <ac:spMk id="7" creationId="{1E586163-080C-4D92-9FF5-83B9A124C31B}"/>
            </ac:spMkLst>
          </pc:spChg>
          <pc:spChg chg="mod">
            <ac:chgData name="Khang Nguyễn Tấn Trần Minh" userId="c3808258-e92d-4bf9-b981-ea938a204001" providerId="ADAL" clId="{5B6F2BE7-3D84-4B5E-9065-D7CB14B9FA4B}" dt="2023-05-04T09:24:55.778" v="191" actId="14100"/>
            <ac:spMkLst>
              <pc:docMk/>
              <pc:sldMasterMk cId="0" sldId="2147483648"/>
              <pc:sldLayoutMk cId="3613338590" sldId="2147483719"/>
              <ac:spMk id="8" creationId="{60879BDB-29CC-404E-9DCA-E89C7B9070DD}"/>
            </ac:spMkLst>
          </pc:spChg>
          <pc:spChg chg="mod">
            <ac:chgData name="Khang Nguyễn Tấn Trần Minh" userId="c3808258-e92d-4bf9-b981-ea938a204001" providerId="ADAL" clId="{5B6F2BE7-3D84-4B5E-9065-D7CB14B9FA4B}" dt="2023-05-04T09:24:55.778" v="191" actId="14100"/>
            <ac:spMkLst>
              <pc:docMk/>
              <pc:sldMasterMk cId="0" sldId="2147483648"/>
              <pc:sldLayoutMk cId="3613338590" sldId="2147483719"/>
              <ac:spMk id="9" creationId="{2494B703-5983-4A4F-B197-D2C64EAA9F6A}"/>
            </ac:spMkLst>
          </pc:spChg>
        </pc:sldLayoutChg>
        <pc:sldLayoutChg chg="modSp mod">
          <pc:chgData name="Khang Nguyễn Tấn Trần Minh" userId="c3808258-e92d-4bf9-b981-ea938a204001" providerId="ADAL" clId="{5B6F2BE7-3D84-4B5E-9065-D7CB14B9FA4B}" dt="2023-05-04T09:30:53.117" v="240" actId="20577"/>
          <pc:sldLayoutMkLst>
            <pc:docMk/>
            <pc:sldMasterMk cId="0" sldId="2147483648"/>
            <pc:sldLayoutMk cId="2394464083" sldId="2147483720"/>
          </pc:sldLayoutMkLst>
          <pc:spChg chg="mod">
            <ac:chgData name="Khang Nguyễn Tấn Trần Minh" userId="c3808258-e92d-4bf9-b981-ea938a204001" providerId="ADAL" clId="{5B6F2BE7-3D84-4B5E-9065-D7CB14B9FA4B}" dt="2023-05-04T09:30:53.117" v="240" actId="20577"/>
            <ac:spMkLst>
              <pc:docMk/>
              <pc:sldMasterMk cId="0" sldId="2147483648"/>
              <pc:sldLayoutMk cId="2394464083" sldId="2147483720"/>
              <ac:spMk id="2" creationId="{00000000-0000-0000-0000-000000000000}"/>
            </ac:spMkLst>
          </pc:spChg>
        </pc:sldLayoutChg>
        <pc:sldLayoutChg chg="delSp modSp mod">
          <pc:chgData name="Khang Nguyễn Tấn Trần Minh" userId="c3808258-e92d-4bf9-b981-ea938a204001" providerId="ADAL" clId="{5B6F2BE7-3D84-4B5E-9065-D7CB14B9FA4B}" dt="2023-05-04T09:45:20.043" v="328" actId="6014"/>
          <pc:sldLayoutMkLst>
            <pc:docMk/>
            <pc:sldMasterMk cId="0" sldId="2147483648"/>
            <pc:sldLayoutMk cId="2009819241" sldId="2147483721"/>
          </pc:sldLayoutMkLst>
          <pc:spChg chg="del mod">
            <ac:chgData name="Khang Nguyễn Tấn Trần Minh" userId="c3808258-e92d-4bf9-b981-ea938a204001" providerId="ADAL" clId="{5B6F2BE7-3D84-4B5E-9065-D7CB14B9FA4B}" dt="2023-05-04T09:37:13.249" v="273" actId="478"/>
            <ac:spMkLst>
              <pc:docMk/>
              <pc:sldMasterMk cId="0" sldId="2147483648"/>
              <pc:sldLayoutMk cId="2009819241" sldId="2147483721"/>
              <ac:spMk id="7" creationId="{9C027E77-6012-42D7-99B0-1D322EEAFE5D}"/>
            </ac:spMkLst>
          </pc:spChg>
          <pc:spChg chg="mod">
            <ac:chgData name="Khang Nguyễn Tấn Trần Minh" userId="c3808258-e92d-4bf9-b981-ea938a204001" providerId="ADAL" clId="{5B6F2BE7-3D84-4B5E-9065-D7CB14B9FA4B}" dt="2023-05-04T09:38:19.317" v="287" actId="6549"/>
            <ac:spMkLst>
              <pc:docMk/>
              <pc:sldMasterMk cId="0" sldId="2147483648"/>
              <pc:sldLayoutMk cId="2009819241" sldId="2147483721"/>
              <ac:spMk id="8" creationId="{F597A347-30EE-4B72-93DA-C4CBE7049AF0}"/>
            </ac:spMkLst>
          </pc:spChg>
          <pc:spChg chg="mod">
            <ac:chgData name="Khang Nguyễn Tấn Trần Minh" userId="c3808258-e92d-4bf9-b981-ea938a204001" providerId="ADAL" clId="{5B6F2BE7-3D84-4B5E-9065-D7CB14B9FA4B}" dt="2023-05-04T09:38:22.364" v="288" actId="6549"/>
            <ac:spMkLst>
              <pc:docMk/>
              <pc:sldMasterMk cId="0" sldId="2147483648"/>
              <pc:sldLayoutMk cId="2009819241" sldId="2147483721"/>
              <ac:spMk id="9" creationId="{CCF626F4-8319-BB9A-3962-FB52D8DEB450}"/>
            </ac:spMkLst>
          </pc:spChg>
        </pc:sldLayoutChg>
        <pc:sldLayoutChg chg="modSp mod ord">
          <pc:chgData name="Khang Nguyễn Tấn Trần Minh" userId="c3808258-e92d-4bf9-b981-ea938a204001" providerId="ADAL" clId="{5B6F2BE7-3D84-4B5E-9065-D7CB14B9FA4B}" dt="2023-05-04T09:45:06.127" v="327" actId="6014"/>
          <pc:sldLayoutMkLst>
            <pc:docMk/>
            <pc:sldMasterMk cId="0" sldId="2147483648"/>
            <pc:sldLayoutMk cId="2030370261" sldId="2147483722"/>
          </pc:sldLayoutMkLst>
          <pc:spChg chg="mod">
            <ac:chgData name="Khang Nguyễn Tấn Trần Minh" userId="c3808258-e92d-4bf9-b981-ea938a204001" providerId="ADAL" clId="{5B6F2BE7-3D84-4B5E-9065-D7CB14B9FA4B}" dt="2023-05-04T09:39:57.428" v="322"/>
            <ac:spMkLst>
              <pc:docMk/>
              <pc:sldMasterMk cId="0" sldId="2147483648"/>
              <pc:sldLayoutMk cId="2030370261" sldId="2147483722"/>
              <ac:spMk id="3" creationId="{00000000-0000-0000-0000-000000000000}"/>
            </ac:spMkLst>
          </pc:spChg>
        </pc:sldLayoutChg>
        <pc:sldLayoutChg chg="mod">
          <pc:chgData name="Khang Nguyễn Tấn Trần Minh" userId="c3808258-e92d-4bf9-b981-ea938a204001" providerId="ADAL" clId="{5B6F2BE7-3D84-4B5E-9065-D7CB14B9FA4B}" dt="2023-05-04T09:45:38.183" v="329" actId="6014"/>
          <pc:sldLayoutMkLst>
            <pc:docMk/>
            <pc:sldMasterMk cId="0" sldId="2147483648"/>
            <pc:sldLayoutMk cId="999954831" sldId="2147483723"/>
          </pc:sldLayoutMkLst>
        </pc:sldLayoutChg>
        <pc:sldLayoutChg chg="addSp modSp mod">
          <pc:chgData name="Khang Nguyễn Tấn Trần Minh" userId="c3808258-e92d-4bf9-b981-ea938a204001" providerId="ADAL" clId="{5B6F2BE7-3D84-4B5E-9065-D7CB14B9FA4B}" dt="2023-05-04T10:16:06.564" v="389" actId="6014"/>
          <pc:sldLayoutMkLst>
            <pc:docMk/>
            <pc:sldMasterMk cId="0" sldId="2147483648"/>
            <pc:sldLayoutMk cId="1304103253" sldId="2147483724"/>
          </pc:sldLayoutMkLst>
          <pc:spChg chg="mod">
            <ac:chgData name="Khang Nguyễn Tấn Trần Minh" userId="c3808258-e92d-4bf9-b981-ea938a204001" providerId="ADAL" clId="{5B6F2BE7-3D84-4B5E-9065-D7CB14B9FA4B}" dt="2023-05-04T10:07:57.709" v="338" actId="14100"/>
            <ac:spMkLst>
              <pc:docMk/>
              <pc:sldMasterMk cId="0" sldId="2147483648"/>
              <pc:sldLayoutMk cId="1304103253" sldId="2147483724"/>
              <ac:spMk id="3" creationId="{00000000-0000-0000-0000-000000000000}"/>
            </ac:spMkLst>
          </pc:spChg>
          <pc:spChg chg="add mod">
            <ac:chgData name="Khang Nguyễn Tấn Trần Minh" userId="c3808258-e92d-4bf9-b981-ea938a204001" providerId="ADAL" clId="{5B6F2BE7-3D84-4B5E-9065-D7CB14B9FA4B}" dt="2023-05-04T10:07:52.843" v="337"/>
            <ac:spMkLst>
              <pc:docMk/>
              <pc:sldMasterMk cId="0" sldId="2147483648"/>
              <pc:sldLayoutMk cId="1304103253" sldId="2147483724"/>
              <ac:spMk id="4" creationId="{5204C06E-4BFD-7AE1-C5B0-925E1CA3A006}"/>
            </ac:spMkLst>
          </pc:spChg>
        </pc:sldLayoutChg>
        <pc:sldLayoutChg chg="addSp modSp mod">
          <pc:chgData name="Khang Nguyễn Tấn Trần Minh" userId="c3808258-e92d-4bf9-b981-ea938a204001" providerId="ADAL" clId="{5B6F2BE7-3D84-4B5E-9065-D7CB14B9FA4B}" dt="2023-05-04T10:15:53.318" v="387" actId="6014"/>
          <pc:sldLayoutMkLst>
            <pc:docMk/>
            <pc:sldMasterMk cId="0" sldId="2147483648"/>
            <pc:sldLayoutMk cId="1854227740" sldId="2147483725"/>
          </pc:sldLayoutMkLst>
          <pc:spChg chg="mod">
            <ac:chgData name="Khang Nguyễn Tấn Trần Minh" userId="c3808258-e92d-4bf9-b981-ea938a204001" providerId="ADAL" clId="{5B6F2BE7-3D84-4B5E-9065-D7CB14B9FA4B}" dt="2023-05-04T10:08:08.197" v="340" actId="14100"/>
            <ac:spMkLst>
              <pc:docMk/>
              <pc:sldMasterMk cId="0" sldId="2147483648"/>
              <pc:sldLayoutMk cId="1854227740" sldId="2147483725"/>
              <ac:spMk id="3" creationId="{00000000-0000-0000-0000-000000000000}"/>
            </ac:spMkLst>
          </pc:spChg>
          <pc:spChg chg="add mod">
            <ac:chgData name="Khang Nguyễn Tấn Trần Minh" userId="c3808258-e92d-4bf9-b981-ea938a204001" providerId="ADAL" clId="{5B6F2BE7-3D84-4B5E-9065-D7CB14B9FA4B}" dt="2023-05-04T10:08:03.554" v="339"/>
            <ac:spMkLst>
              <pc:docMk/>
              <pc:sldMasterMk cId="0" sldId="2147483648"/>
              <pc:sldLayoutMk cId="1854227740" sldId="2147483725"/>
              <ac:spMk id="4" creationId="{EC143EFF-2D7C-66B4-AFBA-F0B1D61C26BE}"/>
            </ac:spMkLst>
          </pc:spChg>
        </pc:sldLayoutChg>
        <pc:sldLayoutChg chg="addSp modSp mod">
          <pc:chgData name="Khang Nguyễn Tấn Trần Minh" userId="c3808258-e92d-4bf9-b981-ea938a204001" providerId="ADAL" clId="{5B6F2BE7-3D84-4B5E-9065-D7CB14B9FA4B}" dt="2023-05-04T10:16:35.852" v="390" actId="6014"/>
          <pc:sldLayoutMkLst>
            <pc:docMk/>
            <pc:sldMasterMk cId="0" sldId="2147483648"/>
            <pc:sldLayoutMk cId="3846093007" sldId="2147483726"/>
          </pc:sldLayoutMkLst>
          <pc:spChg chg="add mod">
            <ac:chgData name="Khang Nguyễn Tấn Trần Minh" userId="c3808258-e92d-4bf9-b981-ea938a204001" providerId="ADAL" clId="{5B6F2BE7-3D84-4B5E-9065-D7CB14B9FA4B}" dt="2023-05-04T10:08:20.782" v="341"/>
            <ac:spMkLst>
              <pc:docMk/>
              <pc:sldMasterMk cId="0" sldId="2147483648"/>
              <pc:sldLayoutMk cId="3846093007" sldId="2147483726"/>
              <ac:spMk id="2" creationId="{6A22855E-2136-B0AC-54BE-3BB2AF005D9A}"/>
            </ac:spMkLst>
          </pc:spChg>
          <pc:spChg chg="mod">
            <ac:chgData name="Khang Nguyễn Tấn Trần Minh" userId="c3808258-e92d-4bf9-b981-ea938a204001" providerId="ADAL" clId="{5B6F2BE7-3D84-4B5E-9065-D7CB14B9FA4B}" dt="2023-05-04T10:08:25.694" v="342" actId="14100"/>
            <ac:spMkLst>
              <pc:docMk/>
              <pc:sldMasterMk cId="0" sldId="2147483648"/>
              <pc:sldLayoutMk cId="3846093007" sldId="2147483726"/>
              <ac:spMk id="3" creationId="{ABE249C8-BF7A-4990-B3B9-274312BE8A3E}"/>
            </ac:spMkLst>
          </pc:spChg>
        </pc:sldLayoutChg>
        <pc:sldLayoutChg chg="addSp modSp mod">
          <pc:chgData name="Khang Nguyễn Tấn Trần Minh" userId="c3808258-e92d-4bf9-b981-ea938a204001" providerId="ADAL" clId="{5B6F2BE7-3D84-4B5E-9065-D7CB14B9FA4B}" dt="2023-05-04T10:17:13.026" v="393" actId="6014"/>
          <pc:sldLayoutMkLst>
            <pc:docMk/>
            <pc:sldMasterMk cId="0" sldId="2147483648"/>
            <pc:sldLayoutMk cId="2359938909" sldId="2147483727"/>
          </pc:sldLayoutMkLst>
          <pc:spChg chg="mod">
            <ac:chgData name="Khang Nguyễn Tấn Trần Minh" userId="c3808258-e92d-4bf9-b981-ea938a204001" providerId="ADAL" clId="{5B6F2BE7-3D84-4B5E-9065-D7CB14B9FA4B}" dt="2023-05-04T10:09:05.920" v="344" actId="14100"/>
            <ac:spMkLst>
              <pc:docMk/>
              <pc:sldMasterMk cId="0" sldId="2147483648"/>
              <pc:sldLayoutMk cId="2359938909" sldId="2147483727"/>
              <ac:spMk id="3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10:09:05.920" v="344" actId="14100"/>
            <ac:spMkLst>
              <pc:docMk/>
              <pc:sldMasterMk cId="0" sldId="2147483648"/>
              <pc:sldLayoutMk cId="2359938909" sldId="2147483727"/>
              <ac:spMk id="4" creationId="{00000000-0000-0000-0000-000000000000}"/>
            </ac:spMkLst>
          </pc:spChg>
          <pc:spChg chg="add mod">
            <ac:chgData name="Khang Nguyễn Tấn Trần Minh" userId="c3808258-e92d-4bf9-b981-ea938a204001" providerId="ADAL" clId="{5B6F2BE7-3D84-4B5E-9065-D7CB14B9FA4B}" dt="2023-05-04T10:08:59.100" v="343"/>
            <ac:spMkLst>
              <pc:docMk/>
              <pc:sldMasterMk cId="0" sldId="2147483648"/>
              <pc:sldLayoutMk cId="2359938909" sldId="2147483727"/>
              <ac:spMk id="5" creationId="{B16425CE-E883-3624-A5E7-4BF4CB536FFC}"/>
            </ac:spMkLst>
          </pc:spChg>
        </pc:sldLayoutChg>
        <pc:sldLayoutChg chg="addSp modSp add del mod">
          <pc:chgData name="Khang Nguyễn Tấn Trần Minh" userId="c3808258-e92d-4bf9-b981-ea938a204001" providerId="ADAL" clId="{5B6F2BE7-3D84-4B5E-9065-D7CB14B9FA4B}" dt="2023-05-04T10:17:39.046" v="398" actId="2696"/>
          <pc:sldLayoutMkLst>
            <pc:docMk/>
            <pc:sldMasterMk cId="0" sldId="2147483648"/>
            <pc:sldLayoutMk cId="989622958" sldId="2147483728"/>
          </pc:sldLayoutMkLst>
          <pc:spChg chg="mod">
            <ac:chgData name="Khang Nguyễn Tấn Trần Minh" userId="c3808258-e92d-4bf9-b981-ea938a204001" providerId="ADAL" clId="{5B6F2BE7-3D84-4B5E-9065-D7CB14B9FA4B}" dt="2023-05-04T10:09:24.771" v="346" actId="14100"/>
            <ac:spMkLst>
              <pc:docMk/>
              <pc:sldMasterMk cId="0" sldId="2147483648"/>
              <pc:sldLayoutMk cId="989622958" sldId="2147483728"/>
              <ac:spMk id="3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10:09:24.771" v="346" actId="14100"/>
            <ac:spMkLst>
              <pc:docMk/>
              <pc:sldMasterMk cId="0" sldId="2147483648"/>
              <pc:sldLayoutMk cId="989622958" sldId="2147483728"/>
              <ac:spMk id="4" creationId="{00000000-0000-0000-0000-000000000000}"/>
            </ac:spMkLst>
          </pc:spChg>
          <pc:spChg chg="add mod">
            <ac:chgData name="Khang Nguyễn Tấn Trần Minh" userId="c3808258-e92d-4bf9-b981-ea938a204001" providerId="ADAL" clId="{5B6F2BE7-3D84-4B5E-9065-D7CB14B9FA4B}" dt="2023-05-04T10:09:16.406" v="345"/>
            <ac:spMkLst>
              <pc:docMk/>
              <pc:sldMasterMk cId="0" sldId="2147483648"/>
              <pc:sldLayoutMk cId="989622958" sldId="2147483728"/>
              <ac:spMk id="5" creationId="{028212B4-9DFE-2A94-C8E6-5E7E3C27E079}"/>
            </ac:spMkLst>
          </pc:spChg>
        </pc:sldLayoutChg>
        <pc:sldLayoutChg chg="addSp modSp mod">
          <pc:chgData name="Khang Nguyễn Tấn Trần Minh" userId="c3808258-e92d-4bf9-b981-ea938a204001" providerId="ADAL" clId="{5B6F2BE7-3D84-4B5E-9065-D7CB14B9FA4B}" dt="2023-05-04T10:17:56.247" v="399" actId="6014"/>
          <pc:sldLayoutMkLst>
            <pc:docMk/>
            <pc:sldMasterMk cId="0" sldId="2147483648"/>
            <pc:sldLayoutMk cId="1373676361" sldId="2147483729"/>
          </pc:sldLayoutMkLst>
          <pc:spChg chg="mod">
            <ac:chgData name="Khang Nguyễn Tấn Trần Minh" userId="c3808258-e92d-4bf9-b981-ea938a204001" providerId="ADAL" clId="{5B6F2BE7-3D84-4B5E-9065-D7CB14B9FA4B}" dt="2023-05-04T10:09:35.463" v="348" actId="14100"/>
            <ac:spMkLst>
              <pc:docMk/>
              <pc:sldMasterMk cId="0" sldId="2147483648"/>
              <pc:sldLayoutMk cId="1373676361" sldId="2147483729"/>
              <ac:spMk id="3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10:09:35.463" v="348" actId="14100"/>
            <ac:spMkLst>
              <pc:docMk/>
              <pc:sldMasterMk cId="0" sldId="2147483648"/>
              <pc:sldLayoutMk cId="1373676361" sldId="2147483729"/>
              <ac:spMk id="4" creationId="{00000000-0000-0000-0000-000000000000}"/>
            </ac:spMkLst>
          </pc:spChg>
          <pc:spChg chg="add mod">
            <ac:chgData name="Khang Nguyễn Tấn Trần Minh" userId="c3808258-e92d-4bf9-b981-ea938a204001" providerId="ADAL" clId="{5B6F2BE7-3D84-4B5E-9065-D7CB14B9FA4B}" dt="2023-05-04T10:09:29.211" v="347"/>
            <ac:spMkLst>
              <pc:docMk/>
              <pc:sldMasterMk cId="0" sldId="2147483648"/>
              <pc:sldLayoutMk cId="1373676361" sldId="2147483729"/>
              <ac:spMk id="5" creationId="{797E723B-E223-C420-ED51-5B5A20516705}"/>
            </ac:spMkLst>
          </pc:spChg>
        </pc:sldLayoutChg>
        <pc:sldLayoutChg chg="addSp modSp mod">
          <pc:chgData name="Khang Nguyễn Tấn Trần Minh" userId="c3808258-e92d-4bf9-b981-ea938a204001" providerId="ADAL" clId="{5B6F2BE7-3D84-4B5E-9065-D7CB14B9FA4B}" dt="2023-05-04T10:18:08.196" v="401" actId="6014"/>
          <pc:sldLayoutMkLst>
            <pc:docMk/>
            <pc:sldMasterMk cId="0" sldId="2147483648"/>
            <pc:sldLayoutMk cId="516248891" sldId="2147483730"/>
          </pc:sldLayoutMkLst>
          <pc:spChg chg="mod">
            <ac:chgData name="Khang Nguyễn Tấn Trần Minh" userId="c3808258-e92d-4bf9-b981-ea938a204001" providerId="ADAL" clId="{5B6F2BE7-3D84-4B5E-9065-D7CB14B9FA4B}" dt="2023-05-04T10:09:46.170" v="350" actId="14100"/>
            <ac:spMkLst>
              <pc:docMk/>
              <pc:sldMasterMk cId="0" sldId="2147483648"/>
              <pc:sldLayoutMk cId="516248891" sldId="2147483730"/>
              <ac:spMk id="3" creationId="{00000000-0000-0000-0000-000000000000}"/>
            </ac:spMkLst>
          </pc:spChg>
          <pc:spChg chg="add mod">
            <ac:chgData name="Khang Nguyễn Tấn Trần Minh" userId="c3808258-e92d-4bf9-b981-ea938a204001" providerId="ADAL" clId="{5B6F2BE7-3D84-4B5E-9065-D7CB14B9FA4B}" dt="2023-05-04T10:09:40.148" v="349"/>
            <ac:spMkLst>
              <pc:docMk/>
              <pc:sldMasterMk cId="0" sldId="2147483648"/>
              <pc:sldLayoutMk cId="516248891" sldId="2147483730"/>
              <ac:spMk id="4" creationId="{BCC583C3-4424-7F8E-3E7B-CA6ADF0427B0}"/>
            </ac:spMkLst>
          </pc:spChg>
          <pc:spChg chg="mod">
            <ac:chgData name="Khang Nguyễn Tấn Trần Minh" userId="c3808258-e92d-4bf9-b981-ea938a204001" providerId="ADAL" clId="{5B6F2BE7-3D84-4B5E-9065-D7CB14B9FA4B}" dt="2023-05-04T10:09:46.170" v="350" actId="14100"/>
            <ac:spMkLst>
              <pc:docMk/>
              <pc:sldMasterMk cId="0" sldId="2147483648"/>
              <pc:sldLayoutMk cId="516248891" sldId="2147483730"/>
              <ac:spMk id="6" creationId="{72215DFE-C786-4C03-A1F8-74645480087D}"/>
            </ac:spMkLst>
          </pc:spChg>
        </pc:sldLayoutChg>
        <pc:sldLayoutChg chg="addSp modSp mod">
          <pc:chgData name="Khang Nguyễn Tấn Trần Minh" userId="c3808258-e92d-4bf9-b981-ea938a204001" providerId="ADAL" clId="{5B6F2BE7-3D84-4B5E-9065-D7CB14B9FA4B}" dt="2023-05-04T10:18:24.980" v="403" actId="6014"/>
          <pc:sldLayoutMkLst>
            <pc:docMk/>
            <pc:sldMasterMk cId="0" sldId="2147483648"/>
            <pc:sldLayoutMk cId="5163302" sldId="2147483731"/>
          </pc:sldLayoutMkLst>
          <pc:spChg chg="mod">
            <ac:chgData name="Khang Nguyễn Tấn Trần Minh" userId="c3808258-e92d-4bf9-b981-ea938a204001" providerId="ADAL" clId="{5B6F2BE7-3D84-4B5E-9065-D7CB14B9FA4B}" dt="2023-05-04T10:09:56.237" v="352" actId="14100"/>
            <ac:spMkLst>
              <pc:docMk/>
              <pc:sldMasterMk cId="0" sldId="2147483648"/>
              <pc:sldLayoutMk cId="5163302" sldId="2147483731"/>
              <ac:spMk id="3" creationId="{00000000-0000-0000-0000-000000000000}"/>
            </ac:spMkLst>
          </pc:spChg>
          <pc:spChg chg="add mod">
            <ac:chgData name="Khang Nguyễn Tấn Trần Minh" userId="c3808258-e92d-4bf9-b981-ea938a204001" providerId="ADAL" clId="{5B6F2BE7-3D84-4B5E-9065-D7CB14B9FA4B}" dt="2023-05-04T10:09:49.531" v="351"/>
            <ac:spMkLst>
              <pc:docMk/>
              <pc:sldMasterMk cId="0" sldId="2147483648"/>
              <pc:sldLayoutMk cId="5163302" sldId="2147483731"/>
              <ac:spMk id="4" creationId="{55D3D54F-B6A2-F83D-2883-0F1C5B49BCD4}"/>
            </ac:spMkLst>
          </pc:spChg>
          <pc:spChg chg="mod">
            <ac:chgData name="Khang Nguyễn Tấn Trần Minh" userId="c3808258-e92d-4bf9-b981-ea938a204001" providerId="ADAL" clId="{5B6F2BE7-3D84-4B5E-9065-D7CB14B9FA4B}" dt="2023-05-04T10:09:56.237" v="352" actId="14100"/>
            <ac:spMkLst>
              <pc:docMk/>
              <pc:sldMasterMk cId="0" sldId="2147483648"/>
              <pc:sldLayoutMk cId="5163302" sldId="2147483731"/>
              <ac:spMk id="6" creationId="{72215DFE-C786-4C03-A1F8-74645480087D}"/>
            </ac:spMkLst>
          </pc:spChg>
        </pc:sldLayoutChg>
        <pc:sldLayoutChg chg="addSp modSp mod">
          <pc:chgData name="Khang Nguyễn Tấn Trần Minh" userId="c3808258-e92d-4bf9-b981-ea938a204001" providerId="ADAL" clId="{5B6F2BE7-3D84-4B5E-9065-D7CB14B9FA4B}" dt="2023-05-04T10:18:37.136" v="405" actId="6014"/>
          <pc:sldLayoutMkLst>
            <pc:docMk/>
            <pc:sldMasterMk cId="0" sldId="2147483648"/>
            <pc:sldLayoutMk cId="377557769" sldId="2147483732"/>
          </pc:sldLayoutMkLst>
          <pc:spChg chg="mod">
            <ac:chgData name="Khang Nguyễn Tấn Trần Minh" userId="c3808258-e92d-4bf9-b981-ea938a204001" providerId="ADAL" clId="{5B6F2BE7-3D84-4B5E-9065-D7CB14B9FA4B}" dt="2023-05-04T10:11:30.404" v="354" actId="14100"/>
            <ac:spMkLst>
              <pc:docMk/>
              <pc:sldMasterMk cId="0" sldId="2147483648"/>
              <pc:sldLayoutMk cId="377557769" sldId="2147483732"/>
              <ac:spMk id="4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10:11:30.404" v="354" actId="14100"/>
            <ac:spMkLst>
              <pc:docMk/>
              <pc:sldMasterMk cId="0" sldId="2147483648"/>
              <pc:sldLayoutMk cId="377557769" sldId="2147483732"/>
              <ac:spMk id="6" creationId="{00000000-0000-0000-0000-000000000000}"/>
            </ac:spMkLst>
          </pc:spChg>
          <pc:spChg chg="add mod">
            <ac:chgData name="Khang Nguyễn Tấn Trần Minh" userId="c3808258-e92d-4bf9-b981-ea938a204001" providerId="ADAL" clId="{5B6F2BE7-3D84-4B5E-9065-D7CB14B9FA4B}" dt="2023-05-04T10:11:23.731" v="353"/>
            <ac:spMkLst>
              <pc:docMk/>
              <pc:sldMasterMk cId="0" sldId="2147483648"/>
              <pc:sldLayoutMk cId="377557769" sldId="2147483732"/>
              <ac:spMk id="7" creationId="{895A939C-68D5-2DF8-CDA1-EB138EB7C0CD}"/>
            </ac:spMkLst>
          </pc:spChg>
        </pc:sldLayoutChg>
        <pc:sldLayoutChg chg="addSp modSp mod">
          <pc:chgData name="Khang Nguyễn Tấn Trần Minh" userId="c3808258-e92d-4bf9-b981-ea938a204001" providerId="ADAL" clId="{5B6F2BE7-3D84-4B5E-9065-D7CB14B9FA4B}" dt="2023-05-04T10:18:49.210" v="407" actId="6014"/>
          <pc:sldLayoutMkLst>
            <pc:docMk/>
            <pc:sldMasterMk cId="0" sldId="2147483648"/>
            <pc:sldLayoutMk cId="1496161169" sldId="2147483733"/>
          </pc:sldLayoutMkLst>
          <pc:spChg chg="mod">
            <ac:chgData name="Khang Nguyễn Tấn Trần Minh" userId="c3808258-e92d-4bf9-b981-ea938a204001" providerId="ADAL" clId="{5B6F2BE7-3D84-4B5E-9065-D7CB14B9FA4B}" dt="2023-05-04T10:11:44.086" v="356" actId="14100"/>
            <ac:spMkLst>
              <pc:docMk/>
              <pc:sldMasterMk cId="0" sldId="2147483648"/>
              <pc:sldLayoutMk cId="1496161169" sldId="2147483733"/>
              <ac:spMk id="4" creationId="{00000000-0000-0000-0000-000000000000}"/>
            </ac:spMkLst>
          </pc:spChg>
          <pc:spChg chg="add mod">
            <ac:chgData name="Khang Nguyễn Tấn Trần Minh" userId="c3808258-e92d-4bf9-b981-ea938a204001" providerId="ADAL" clId="{5B6F2BE7-3D84-4B5E-9065-D7CB14B9FA4B}" dt="2023-05-04T10:11:37.160" v="355"/>
            <ac:spMkLst>
              <pc:docMk/>
              <pc:sldMasterMk cId="0" sldId="2147483648"/>
              <pc:sldLayoutMk cId="1496161169" sldId="2147483733"/>
              <ac:spMk id="5" creationId="{E44EB4D9-43E9-2D6E-F53C-2767330A2DF4}"/>
            </ac:spMkLst>
          </pc:spChg>
          <pc:spChg chg="mod">
            <ac:chgData name="Khang Nguyễn Tấn Trần Minh" userId="c3808258-e92d-4bf9-b981-ea938a204001" providerId="ADAL" clId="{5B6F2BE7-3D84-4B5E-9065-D7CB14B9FA4B}" dt="2023-05-04T10:11:44.086" v="356" actId="14100"/>
            <ac:spMkLst>
              <pc:docMk/>
              <pc:sldMasterMk cId="0" sldId="2147483648"/>
              <pc:sldLayoutMk cId="1496161169" sldId="2147483733"/>
              <ac:spMk id="6" creationId="{00000000-0000-0000-0000-000000000000}"/>
            </ac:spMkLst>
          </pc:spChg>
        </pc:sldLayoutChg>
        <pc:sldLayoutChg chg="addSp modSp mod">
          <pc:chgData name="Khang Nguyễn Tấn Trần Minh" userId="c3808258-e92d-4bf9-b981-ea938a204001" providerId="ADAL" clId="{5B6F2BE7-3D84-4B5E-9065-D7CB14B9FA4B}" dt="2023-05-04T10:19:11.973" v="409" actId="6014"/>
          <pc:sldLayoutMkLst>
            <pc:docMk/>
            <pc:sldMasterMk cId="0" sldId="2147483648"/>
            <pc:sldLayoutMk cId="3721317589" sldId="2147483734"/>
          </pc:sldLayoutMkLst>
          <pc:spChg chg="mod">
            <ac:chgData name="Khang Nguyễn Tấn Trần Minh" userId="c3808258-e92d-4bf9-b981-ea938a204001" providerId="ADAL" clId="{5B6F2BE7-3D84-4B5E-9065-D7CB14B9FA4B}" dt="2023-05-04T10:12:12.144" v="360" actId="14100"/>
            <ac:spMkLst>
              <pc:docMk/>
              <pc:sldMasterMk cId="0" sldId="2147483648"/>
              <pc:sldLayoutMk cId="3721317589" sldId="2147483734"/>
              <ac:spMk id="3" creationId="{00000000-0000-0000-0000-000000000000}"/>
            </ac:spMkLst>
          </pc:spChg>
          <pc:spChg chg="mod">
            <ac:chgData name="Khang Nguyễn Tấn Trần Minh" userId="c3808258-e92d-4bf9-b981-ea938a204001" providerId="ADAL" clId="{5B6F2BE7-3D84-4B5E-9065-D7CB14B9FA4B}" dt="2023-05-04T10:11:57.238" v="358" actId="14100"/>
            <ac:spMkLst>
              <pc:docMk/>
              <pc:sldMasterMk cId="0" sldId="2147483648"/>
              <pc:sldLayoutMk cId="3721317589" sldId="2147483734"/>
              <ac:spMk id="4" creationId="{00000000-0000-0000-0000-000000000000}"/>
            </ac:spMkLst>
          </pc:spChg>
          <pc:spChg chg="add mod">
            <ac:chgData name="Khang Nguyễn Tấn Trần Minh" userId="c3808258-e92d-4bf9-b981-ea938a204001" providerId="ADAL" clId="{5B6F2BE7-3D84-4B5E-9065-D7CB14B9FA4B}" dt="2023-05-04T10:11:51.157" v="357"/>
            <ac:spMkLst>
              <pc:docMk/>
              <pc:sldMasterMk cId="0" sldId="2147483648"/>
              <pc:sldLayoutMk cId="3721317589" sldId="2147483734"/>
              <ac:spMk id="5" creationId="{10B9B77A-A705-2B88-D26C-888E54B9A2A2}"/>
            </ac:spMkLst>
          </pc:spChg>
        </pc:sldLayoutChg>
        <pc:sldLayoutChg chg="addSp modSp mod">
          <pc:chgData name="Khang Nguyễn Tấn Trần Minh" userId="c3808258-e92d-4bf9-b981-ea938a204001" providerId="ADAL" clId="{5B6F2BE7-3D84-4B5E-9065-D7CB14B9FA4B}" dt="2023-05-04T10:19:51.292" v="411" actId="6014"/>
          <pc:sldLayoutMkLst>
            <pc:docMk/>
            <pc:sldMasterMk cId="0" sldId="2147483648"/>
            <pc:sldLayoutMk cId="1729188282" sldId="2147483735"/>
          </pc:sldLayoutMkLst>
          <pc:spChg chg="mod">
            <ac:chgData name="Khang Nguyễn Tấn Trần Minh" userId="c3808258-e92d-4bf9-b981-ea938a204001" providerId="ADAL" clId="{5B6F2BE7-3D84-4B5E-9065-D7CB14B9FA4B}" dt="2023-05-04T10:12:43.273" v="362" actId="14100"/>
            <ac:spMkLst>
              <pc:docMk/>
              <pc:sldMasterMk cId="0" sldId="2147483648"/>
              <pc:sldLayoutMk cId="1729188282" sldId="2147483735"/>
              <ac:spMk id="3" creationId="{00000000-0000-0000-0000-000000000000}"/>
            </ac:spMkLst>
          </pc:spChg>
          <pc:spChg chg="add mod">
            <ac:chgData name="Khang Nguyễn Tấn Trần Minh" userId="c3808258-e92d-4bf9-b981-ea938a204001" providerId="ADAL" clId="{5B6F2BE7-3D84-4B5E-9065-D7CB14B9FA4B}" dt="2023-05-04T10:12:23.710" v="361"/>
            <ac:spMkLst>
              <pc:docMk/>
              <pc:sldMasterMk cId="0" sldId="2147483648"/>
              <pc:sldLayoutMk cId="1729188282" sldId="2147483735"/>
              <ac:spMk id="4" creationId="{57311796-72DC-4BB7-31C2-CB4F68F76B24}"/>
            </ac:spMkLst>
          </pc:spChg>
          <pc:spChg chg="mod">
            <ac:chgData name="Khang Nguyễn Tấn Trần Minh" userId="c3808258-e92d-4bf9-b981-ea938a204001" providerId="ADAL" clId="{5B6F2BE7-3D84-4B5E-9065-D7CB14B9FA4B}" dt="2023-05-04T10:13:11.577" v="371" actId="1036"/>
            <ac:spMkLst>
              <pc:docMk/>
              <pc:sldMasterMk cId="0" sldId="2147483648"/>
              <pc:sldLayoutMk cId="1729188282" sldId="2147483735"/>
              <ac:spMk id="8" creationId="{96160E72-CB3B-4B35-B991-A52F0E9D9B5B}"/>
            </ac:spMkLst>
          </pc:spChg>
        </pc:sldLayoutChg>
        <pc:sldLayoutChg chg="addSp modSp mod">
          <pc:chgData name="Khang Nguyễn Tấn Trần Minh" userId="c3808258-e92d-4bf9-b981-ea938a204001" providerId="ADAL" clId="{5B6F2BE7-3D84-4B5E-9065-D7CB14B9FA4B}" dt="2023-05-04T10:20:02.157" v="413" actId="6014"/>
          <pc:sldLayoutMkLst>
            <pc:docMk/>
            <pc:sldMasterMk cId="0" sldId="2147483648"/>
            <pc:sldLayoutMk cId="1795428293" sldId="2147483736"/>
          </pc:sldLayoutMkLst>
          <pc:spChg chg="add mod">
            <ac:chgData name="Khang Nguyễn Tấn Trần Minh" userId="c3808258-e92d-4bf9-b981-ea938a204001" providerId="ADAL" clId="{5B6F2BE7-3D84-4B5E-9065-D7CB14B9FA4B}" dt="2023-05-04T10:13:22.678" v="372"/>
            <ac:spMkLst>
              <pc:docMk/>
              <pc:sldMasterMk cId="0" sldId="2147483648"/>
              <pc:sldLayoutMk cId="1795428293" sldId="2147483736"/>
              <ac:spMk id="4" creationId="{DD504C8E-CD1E-7326-602A-6498C81631E4}"/>
            </ac:spMkLst>
          </pc:spChg>
          <pc:spChg chg="mod">
            <ac:chgData name="Khang Nguyễn Tấn Trần Minh" userId="c3808258-e92d-4bf9-b981-ea938a204001" providerId="ADAL" clId="{5B6F2BE7-3D84-4B5E-9065-D7CB14B9FA4B}" dt="2023-05-04T10:13:26.778" v="373" actId="14100"/>
            <ac:spMkLst>
              <pc:docMk/>
              <pc:sldMasterMk cId="0" sldId="2147483648"/>
              <pc:sldLayoutMk cId="1795428293" sldId="2147483736"/>
              <ac:spMk id="8" creationId="{96160E72-CB3B-4B35-B991-A52F0E9D9B5B}"/>
            </ac:spMkLst>
          </pc:spChg>
        </pc:sldLayoutChg>
        <pc:sldLayoutChg chg="mod ord">
          <pc:chgData name="Khang Nguyễn Tấn Trần Minh" userId="c3808258-e92d-4bf9-b981-ea938a204001" providerId="ADAL" clId="{5B6F2BE7-3D84-4B5E-9065-D7CB14B9FA4B}" dt="2023-05-04T10:20:10.002" v="414" actId="6014"/>
          <pc:sldLayoutMkLst>
            <pc:docMk/>
            <pc:sldMasterMk cId="0" sldId="2147483648"/>
            <pc:sldLayoutMk cId="4019919018" sldId="2147483737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49E2CB30-4184-4C1B-912F-A6AED0718E5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866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17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95859DDC-9015-4B39-98F8-9F9A698DFEA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86281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5859DDC-9015-4B39-98F8-9F9A698DFEA6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131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2130426"/>
            <a:ext cx="11582400" cy="1470025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514350" indent="-514350" algn="l">
              <a:buFont typeface="+mj-lt"/>
              <a:buAutoNum type="arabicPeriod"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3037026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2130426"/>
            <a:ext cx="11582400" cy="1470025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597A347-30EE-4B72-93DA-C4CBE7049AF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04800" y="3886200"/>
            <a:ext cx="5715000" cy="1752600"/>
          </a:xfrm>
        </p:spPr>
        <p:txBody>
          <a:bodyPr/>
          <a:lstStyle>
            <a:lvl1pPr>
              <a:spcBef>
                <a:spcPts val="30"/>
              </a:spcBef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+"/>
              <a:tabLst/>
              <a:defRPr/>
            </a:pPr>
            <a:r>
              <a:rPr lang="en-US"/>
              <a:t>Click to edit Master text styles</a:t>
            </a:r>
          </a:p>
          <a:p>
            <a:pPr marL="1143000" marR="0" lvl="2" indent="-2286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CF626F4-8319-BB9A-3962-FB52D8DEB45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72200" y="3886200"/>
            <a:ext cx="5715002" cy="1752600"/>
          </a:xfrm>
        </p:spPr>
        <p:txBody>
          <a:bodyPr/>
          <a:lstStyle>
            <a:lvl1pPr>
              <a:spcBef>
                <a:spcPts val="30"/>
              </a:spcBef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+"/>
              <a:tabLst/>
              <a:defRPr/>
            </a:pPr>
            <a:r>
              <a:rPr lang="en-US"/>
              <a:t>Click to edit Master text styles</a:t>
            </a:r>
          </a:p>
          <a:p>
            <a:pPr marL="1143000" marR="0" lvl="2" indent="-2286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09819241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2130426"/>
            <a:ext cx="11582400" cy="1470025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C027E77-6012-42D7-99B0-1D322EEAFE5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4086803" y="3886200"/>
            <a:ext cx="3999344" cy="1752600"/>
          </a:xfrm>
        </p:spPr>
        <p:txBody>
          <a:bodyPr/>
          <a:lstStyle>
            <a:lvl1pPr>
              <a:spcBef>
                <a:spcPts val="30"/>
              </a:spcBef>
              <a:defRPr sz="1400">
                <a:solidFill>
                  <a:srgbClr val="0066FF"/>
                </a:solidFill>
              </a:defRPr>
            </a:lvl1pPr>
            <a:lvl2pPr>
              <a:defRPr sz="1400">
                <a:solidFill>
                  <a:srgbClr val="0066FF"/>
                </a:solidFill>
              </a:defRPr>
            </a:lvl2pPr>
            <a:lvl3pPr>
              <a:defRPr sz="14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+"/>
              <a:tabLst/>
              <a:defRPr/>
            </a:pPr>
            <a:r>
              <a:rPr lang="en-US"/>
              <a:t>Click to edit Master text styles</a:t>
            </a:r>
          </a:p>
          <a:p>
            <a:pPr marL="1143000" marR="0" lvl="2" indent="-2286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lvl="2"/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597A347-30EE-4B72-93DA-C4CBE7049AF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0" y="3886200"/>
            <a:ext cx="3999344" cy="1752600"/>
          </a:xfrm>
        </p:spPr>
        <p:txBody>
          <a:bodyPr/>
          <a:lstStyle>
            <a:lvl1pPr>
              <a:spcBef>
                <a:spcPts val="30"/>
              </a:spcBef>
              <a:defRPr sz="1400">
                <a:solidFill>
                  <a:srgbClr val="0066FF"/>
                </a:solidFill>
              </a:defRPr>
            </a:lvl1pPr>
            <a:lvl2pPr>
              <a:defRPr sz="1400">
                <a:solidFill>
                  <a:srgbClr val="0066FF"/>
                </a:solidFill>
              </a:defRPr>
            </a:lvl2pPr>
            <a:lvl3pPr>
              <a:defRPr sz="14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+"/>
              <a:tabLst/>
              <a:defRPr/>
            </a:pPr>
            <a:r>
              <a:rPr lang="en-US"/>
              <a:t>Click to edit Master text styles</a:t>
            </a:r>
          </a:p>
          <a:p>
            <a:pPr marL="1143000" marR="0" lvl="2" indent="-2286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lvl="2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CF626F4-8319-BB9A-3962-FB52D8DEB45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192656" y="3886200"/>
            <a:ext cx="3999344" cy="1752600"/>
          </a:xfrm>
        </p:spPr>
        <p:txBody>
          <a:bodyPr/>
          <a:lstStyle>
            <a:lvl1pPr>
              <a:spcBef>
                <a:spcPts val="30"/>
              </a:spcBef>
              <a:defRPr sz="1400">
                <a:solidFill>
                  <a:srgbClr val="0066FF"/>
                </a:solidFill>
              </a:defRPr>
            </a:lvl1pPr>
            <a:lvl2pPr>
              <a:defRPr sz="1400">
                <a:solidFill>
                  <a:srgbClr val="0066FF"/>
                </a:solidFill>
              </a:defRPr>
            </a:lvl2pPr>
            <a:lvl3pPr>
              <a:defRPr sz="14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+"/>
              <a:tabLst/>
              <a:defRPr/>
            </a:pPr>
            <a:r>
              <a:rPr lang="en-US"/>
              <a:t>Click to edit Master text styles</a:t>
            </a:r>
          </a:p>
          <a:p>
            <a:pPr marL="1143000" marR="0" lvl="2" indent="-2286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lvl="2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954831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32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01271873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65536986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2"/>
            <a:ext cx="10972800" cy="4286862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160E72-CB3B-4B35-B991-A52F0E9D9B5B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05361444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14350" indent="-514350">
              <a:buFont typeface="+mj-lt"/>
              <a:buAutoNum type="arabicPeriod"/>
              <a:defRPr sz="2800">
                <a:solidFill>
                  <a:schemeClr val="tx1"/>
                </a:solidFill>
                <a:latin typeface="Consolas" panose="020B0609020204030204" pitchFamily="49" charset="0"/>
                <a:cs typeface="Courier New" panose="02070309020205020404" pitchFamily="49" charset="0"/>
              </a:defRPr>
            </a:lvl1pPr>
            <a:lvl2pPr>
              <a:defRPr sz="28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7831205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286863"/>
          </a:xfrm>
        </p:spPr>
        <p:txBody>
          <a:bodyPr/>
          <a:lstStyle>
            <a:lvl1pPr marL="514350" indent="-514350">
              <a:buFont typeface="+mj-lt"/>
              <a:buAutoNum type="arabicPeriod"/>
              <a:defRPr sz="2800">
                <a:solidFill>
                  <a:schemeClr val="tx1"/>
                </a:solidFill>
                <a:latin typeface="Consolas" panose="020B0609020204030204" pitchFamily="49" charset="0"/>
                <a:cs typeface="Courier New" panose="02070309020205020404" pitchFamily="49" charset="0"/>
              </a:defRPr>
            </a:lvl1pPr>
            <a:lvl2pPr>
              <a:defRPr sz="28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204C06E-4BFD-7AE1-C5B0-925E1CA3A006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4103253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14350" indent="-514350">
              <a:buFont typeface="+mj-lt"/>
              <a:buAutoNum type="arabicPeriod"/>
              <a:defRPr sz="2800">
                <a:solidFill>
                  <a:srgbClr val="0066FF"/>
                </a:solidFill>
                <a:latin typeface="Consolas" panose="020B0609020204030204" pitchFamily="49" charset="0"/>
                <a:cs typeface="Courier New" panose="02070309020205020404" pitchFamily="49" charset="0"/>
              </a:defRPr>
            </a:lvl1pPr>
            <a:lvl2pPr>
              <a:defRPr sz="28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0909198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286863"/>
          </a:xfrm>
        </p:spPr>
        <p:txBody>
          <a:bodyPr/>
          <a:lstStyle>
            <a:lvl1pPr marL="514350" indent="-514350">
              <a:buFont typeface="+mj-lt"/>
              <a:buAutoNum type="arabicPeriod"/>
              <a:defRPr sz="2800">
                <a:solidFill>
                  <a:srgbClr val="0066FF"/>
                </a:solidFill>
                <a:latin typeface="Consolas" panose="020B0609020204030204" pitchFamily="49" charset="0"/>
                <a:cs typeface="Courier New" panose="02070309020205020404" pitchFamily="49" charset="0"/>
              </a:defRPr>
            </a:lvl1pPr>
            <a:lvl2pPr>
              <a:defRPr sz="28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C143EFF-2D7C-66B4-AFBA-F0B1D61C26BE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54227740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249C8-BF7A-4990-B3B9-274312BE8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304799"/>
            <a:ext cx="10972800" cy="5821365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74919865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249C8-BF7A-4990-B3B9-274312BE8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304799"/>
            <a:ext cx="10972800" cy="5582265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A22855E-2136-B0AC-54BE-3BB2AF005D9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46093007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62599125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2868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2868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16425CE-E883-3624-A5E7-4BF4CB536FF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59938909"/>
      </p:ext>
    </p:extLst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6858000" cy="45259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00" y="1600201"/>
            <a:ext cx="4038600" cy="45259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14253750"/>
      </p:ext>
    </p:extLst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6858000" cy="42868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00" y="1600201"/>
            <a:ext cx="4038600" cy="42868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28212B4-9DFE-2A94-C8E6-5E7E3C27E079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89622958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4041648" cy="45259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6858000" cy="45259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63645740"/>
      </p:ext>
    </p:extLst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4041648" cy="45259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5831110"/>
      </p:ext>
    </p:extLst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4041648" cy="42868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6858000" cy="42868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97E723B-E223-C420-ED51-5B5A2051670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73676361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8458200" cy="4525963"/>
          </a:xfrm>
        </p:spPr>
        <p:txBody>
          <a:bodyPr/>
          <a:lstStyle>
            <a:lvl1pPr algn="just"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215DFE-C786-4C03-A1F8-74645480087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9220200" y="1600200"/>
            <a:ext cx="23622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77042037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8458200" cy="4286863"/>
          </a:xfrm>
        </p:spPr>
        <p:txBody>
          <a:bodyPr/>
          <a:lstStyle>
            <a:lvl1pPr algn="just"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215DFE-C786-4C03-A1F8-74645480087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9220200" y="1600200"/>
            <a:ext cx="2362200" cy="42868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CC583C3-4424-7F8E-3E7B-CA6ADF0427B0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16248891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2359152" cy="4525963"/>
          </a:xfrm>
        </p:spPr>
        <p:txBody>
          <a:bodyPr/>
          <a:lstStyle>
            <a:lvl1pPr algn="just"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endParaRPr lang="vi-V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215DFE-C786-4C03-A1F8-74645480087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124200" y="1600200"/>
            <a:ext cx="8458200" cy="4525963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20237141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2"/>
            <a:ext cx="2359152" cy="4286864"/>
          </a:xfrm>
        </p:spPr>
        <p:txBody>
          <a:bodyPr/>
          <a:lstStyle>
            <a:lvl1pPr algn="just"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endParaRPr lang="vi-V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215DFE-C786-4C03-A1F8-74645480087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124200" y="1600201"/>
            <a:ext cx="8458200" cy="4286864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D3D54F-B6A2-F83D-2883-0F1C5B49BCD4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163302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wo Conten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01276885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712189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712189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95A939C-68D5-2DF8-CDA1-EB138EB7C0CD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755776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10972800" cy="522287"/>
          </a:xfrm>
        </p:spPr>
        <p:txBody>
          <a:bodyPr anchor="b"/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85875025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10972800" cy="522287"/>
          </a:xfrm>
        </p:spPr>
        <p:txBody>
          <a:bodyPr anchor="b"/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712189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712189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44EB4D9-43E9-2D6E-F53C-2767330A2DF4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96161169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800" b="1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990599"/>
            <a:ext cx="6815667" cy="5153025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2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16639908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800" b="1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990600"/>
            <a:ext cx="6815667" cy="4896464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451963"/>
          </a:xfrm>
        </p:spPr>
        <p:txBody>
          <a:bodyPr/>
          <a:lstStyle>
            <a:lvl1pPr marL="0" indent="0">
              <a:buNone/>
              <a:defRPr sz="2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0B9B77A-A705-2B88-D26C-888E54B9A2A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21317589"/>
      </p:ext>
    </p:extLst>
  </p:cSld>
  <p:clrMapOvr>
    <a:masterClrMapping/>
  </p:clrMapOvr>
  <p:transition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Up Down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3"/>
            <a:ext cx="10972800" cy="2194560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0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160E72-CB3B-4B35-B991-A52F0E9D9B5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09600" y="3921189"/>
            <a:ext cx="10972800" cy="2194560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08040965"/>
      </p:ext>
    </p:extLst>
  </p:cSld>
  <p:clrMapOvr>
    <a:masterClrMapping/>
  </p:clrMapOvr>
  <p:transition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Up Down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3"/>
            <a:ext cx="10972800" cy="2103120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0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160E72-CB3B-4B35-B991-A52F0E9D9B5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09600" y="3781425"/>
            <a:ext cx="10972800" cy="2103120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7311796-72DC-4BB7-31C2-CB4F68F76B24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29188282"/>
      </p:ext>
    </p:extLst>
  </p:cSld>
  <p:clrMapOvr>
    <a:masterClrMapping/>
  </p:clrMapOvr>
  <p:transition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Up Down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3"/>
            <a:ext cx="10972800" cy="1336608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0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160E72-CB3B-4B35-B991-A52F0E9D9B5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09600" y="3119376"/>
            <a:ext cx="10972800" cy="3014661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18613066"/>
      </p:ext>
    </p:extLst>
  </p:cSld>
  <p:clrMapOvr>
    <a:masterClrMapping/>
  </p:clrMapOvr>
  <p:transition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Up Down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3"/>
            <a:ext cx="10972800" cy="1336608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0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160E72-CB3B-4B35-B991-A52F0E9D9B5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09600" y="3119377"/>
            <a:ext cx="10972800" cy="2767688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D504C8E-CD1E-7326-602A-6498C81631E4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95428293"/>
      </p:ext>
    </p:extLst>
  </p:cSld>
  <p:clrMapOvr>
    <a:masterClrMapping/>
  </p:clrMapOvr>
  <p:transition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Up Down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3"/>
            <a:ext cx="10972800" cy="3017520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0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160E72-CB3B-4B35-B991-A52F0E9D9B5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09600" y="4726052"/>
            <a:ext cx="10972800" cy="1335024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019919018"/>
      </p:ext>
    </p:extLst>
  </p:cSld>
  <p:clrMapOvr>
    <a:masterClrMapping/>
  </p:clrMapOvr>
  <p:transition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Up Down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3"/>
            <a:ext cx="10972800" cy="2819397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0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160E72-CB3B-4B35-B991-A52F0E9D9B5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09600" y="4552950"/>
            <a:ext cx="10972800" cy="1335024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4A4C1F9-81CD-D56F-EC94-62A54EC01336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09600" y="5887064"/>
            <a:ext cx="109728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8554045"/>
      </p:ext>
    </p:extLst>
  </p:cSld>
  <p:clrMapOvr>
    <a:masterClrMapping/>
  </p:clrMapOvr>
  <p:transition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ir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600202"/>
            <a:ext cx="3962400" cy="4572000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FCB7F62-31CE-479A-B75D-E680BBC27871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29600" y="1600200"/>
            <a:ext cx="3962400" cy="4572000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0AFCEF9-0FFB-4670-A771-DA310A1C55BF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114800" y="1600200"/>
            <a:ext cx="3962400" cy="4572000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53865494"/>
      </p:ext>
    </p:extLst>
  </p:cSld>
  <p:clrMapOvr>
    <a:masterClrMapping/>
  </p:clrMapOvr>
  <p:transition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ir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600202"/>
            <a:ext cx="3962400" cy="4286862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160E72-CB3B-4B35-B991-A52F0E9D9B5B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0" y="5887064"/>
            <a:ext cx="121920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FCB7F62-31CE-479A-B75D-E680BBC27871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29600" y="1600200"/>
            <a:ext cx="3962400" cy="4286862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0AFCEF9-0FFB-4670-A771-DA310A1C55BF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114800" y="1600200"/>
            <a:ext cx="3962400" cy="4286862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906246569"/>
      </p:ext>
    </p:extLst>
  </p:cSld>
  <p:clrMapOvr>
    <a:masterClrMapping/>
  </p:clrMapOvr>
  <p:transition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600201"/>
            <a:ext cx="5994400" cy="2285999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EA549A-C581-4C37-B257-ACE55CAD4DF6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0" y="3886200"/>
            <a:ext cx="5994400" cy="2285999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0016720-4FC2-4205-9886-7838EB044331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197600" y="1608826"/>
            <a:ext cx="5994400" cy="2285999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E828636-495F-44E0-8340-BCE2B3F47166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197600" y="3894825"/>
            <a:ext cx="5994400" cy="2285999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01676564"/>
      </p:ext>
    </p:extLst>
  </p:cSld>
  <p:clrMapOvr>
    <a:masterClrMapping/>
  </p:clrMapOvr>
  <p:transition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600201"/>
            <a:ext cx="2844800" cy="45259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E586163-080C-4D92-9FF5-83B9A124C31B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3098800" y="1600200"/>
            <a:ext cx="2844800" cy="45259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0879BDB-29CC-404E-9DCA-E89C7B9070D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210300" y="1600200"/>
            <a:ext cx="2844800" cy="45259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494B703-5983-4A4F-B197-D2C64EAA9F6A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9347200" y="1600200"/>
            <a:ext cx="2844800" cy="4525963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306970055"/>
      </p:ext>
    </p:extLst>
  </p:cSld>
  <p:clrMapOvr>
    <a:masterClrMapping/>
  </p:clrMapOvr>
  <p:transition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600200"/>
            <a:ext cx="2844800" cy="4288536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E586163-080C-4D92-9FF5-83B9A124C31B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3098800" y="1600200"/>
            <a:ext cx="2844800" cy="4288536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0879BDB-29CC-404E-9DCA-E89C7B9070D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210300" y="1600200"/>
            <a:ext cx="2844800" cy="4288536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494B703-5983-4A4F-B197-D2C64EAA9F6A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9347200" y="1600200"/>
            <a:ext cx="2844800" cy="4288536"/>
          </a:xfrm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66FD81B-D664-FF76-F971-91B15C5A35D7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0" y="5887064"/>
            <a:ext cx="12192000" cy="258096"/>
          </a:xfrm>
        </p:spPr>
        <p:txBody>
          <a:bodyPr/>
          <a:lstStyle>
            <a:lvl1pPr>
              <a:defRPr sz="16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13338590"/>
      </p:ext>
    </p:extLst>
  </p:cSld>
  <p:clrMapOvr>
    <a:masterClrMapping/>
  </p:clrMapOvr>
  <p:transition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8077200" cy="990599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763000" y="1600201"/>
            <a:ext cx="2819400" cy="990599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vi-VN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4A1A4A6-69C0-4EC3-B5CC-CC08837714D4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609600" y="2680855"/>
            <a:ext cx="8077200" cy="900545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3E39D719-3B3B-4F96-BE3F-4E767D23D3DC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763000" y="2680855"/>
            <a:ext cx="2819400" cy="900545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vi-VN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7791AFD-E53B-48D7-8A3C-24F9B9314932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09600" y="3733801"/>
            <a:ext cx="8077200" cy="990599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7784060D-E07A-4765-948A-FC9071F8DDC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763000" y="3733801"/>
            <a:ext cx="2819400" cy="990599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vi-VN"/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A67EFF06-2483-4600-B6B9-3D1CE50220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09600" y="4814455"/>
            <a:ext cx="8077200" cy="900545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22FA758-800C-4200-9C64-1F16B8C51CA7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763000" y="4814455"/>
            <a:ext cx="2819400" cy="900545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676352"/>
      </p:ext>
    </p:extLst>
  </p:cSld>
  <p:clrMapOvr>
    <a:masterClrMapping/>
  </p:clrMapOvr>
  <p:transition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12719614"/>
      </p:ext>
    </p:extLst>
  </p:cSld>
  <p:clrMapOvr>
    <a:masterClrMapping/>
  </p:clrMapOvr>
  <p:transition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066801"/>
            <a:ext cx="5994400" cy="5059363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B49A9FAE-4758-4C46-8541-F381798C5CD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6197600" y="0"/>
            <a:ext cx="5994400" cy="914401"/>
          </a:xfrm>
          <a:solidFill>
            <a:srgbClr val="00B0F0"/>
          </a:solidFill>
        </p:spPr>
        <p:txBody>
          <a:bodyPr/>
          <a:lstStyle>
            <a:lvl1pPr marL="0" indent="0">
              <a:buNone/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75669295"/>
      </p:ext>
    </p:extLst>
  </p:cSld>
  <p:clrMapOvr>
    <a:masterClrMapping/>
  </p:clrMapOvr>
  <p:transition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066801"/>
            <a:ext cx="3022600" cy="5059363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B49A9FAE-4758-4C46-8541-F381798C5CD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6197600" y="0"/>
            <a:ext cx="5994400" cy="914401"/>
          </a:xfrm>
          <a:solidFill>
            <a:srgbClr val="00B0F0"/>
          </a:solidFill>
        </p:spPr>
        <p:txBody>
          <a:bodyPr/>
          <a:lstStyle>
            <a:lvl1pPr marL="0" indent="0">
              <a:buNone/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vi-VN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41B544BE-4259-4202-9EEF-29A5F771B6E3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9239864" y="1066800"/>
            <a:ext cx="2952136" cy="5059363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0584009"/>
      </p:ext>
    </p:extLst>
  </p:cSld>
  <p:clrMapOvr>
    <a:masterClrMapping/>
  </p:clrMapOvr>
  <p:transition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994400" cy="5257800"/>
          </a:xfrm>
          <a:solidFill>
            <a:schemeClr val="bg1"/>
          </a:solidFill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69903849"/>
      </p:ext>
    </p:extLst>
  </p:cSld>
  <p:clrMapOvr>
    <a:masterClrMapping/>
  </p:clrMapOvr>
  <p:transition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0"/>
            <a:ext cx="5994400" cy="6172200"/>
          </a:xfrm>
          <a:solidFill>
            <a:schemeClr val="bg1"/>
          </a:solidFill>
        </p:spPr>
        <p:txBody>
          <a:bodyPr/>
          <a:lstStyle>
            <a:lvl1pPr>
              <a:defRPr sz="2800">
                <a:solidFill>
                  <a:srgbClr val="0066FF"/>
                </a:solidFill>
              </a:defRPr>
            </a:lvl1pPr>
            <a:lvl2pPr>
              <a:defRPr sz="2800">
                <a:solidFill>
                  <a:srgbClr val="0066FF"/>
                </a:solidFill>
              </a:defRPr>
            </a:lvl2pPr>
            <a:lvl3pPr>
              <a:defRPr sz="2800">
                <a:solidFill>
                  <a:srgbClr val="0066FF"/>
                </a:solidFill>
              </a:defRPr>
            </a:lvl3pPr>
            <a:lvl4pPr>
              <a:defRPr sz="2800">
                <a:solidFill>
                  <a:srgbClr val="0066FF"/>
                </a:solidFill>
              </a:defRPr>
            </a:lvl4pPr>
            <a:lvl5pPr>
              <a:defRPr sz="2800">
                <a:solidFill>
                  <a:srgbClr val="0066FF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03610944"/>
      </p:ext>
    </p:extLst>
  </p:cSld>
  <p:clrMapOvr>
    <a:masterClrMapping/>
  </p:clrMapOvr>
  <p:transition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3719429"/>
      </p:ext>
    </p:extLst>
  </p:cSld>
  <p:clrMapOvr>
    <a:masterClrMapping/>
  </p:clrMapOvr>
  <p:transition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28600" y="2130426"/>
            <a:ext cx="11811000" cy="3508374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 sz="4800"/>
              <a:t>Cảm ơn quí vị đã lắng nghe</a:t>
            </a:r>
            <a:br>
              <a:rPr lang="en-US" sz="4800"/>
            </a:br>
            <a:br>
              <a:rPr lang="en-US" sz="4800"/>
            </a:br>
            <a:r>
              <a:rPr lang="en-US" sz="4800">
                <a:solidFill>
                  <a:srgbClr val="0066FF"/>
                </a:solidFill>
              </a:rPr>
              <a:t>ĐẠI HỌC QUỐC GIA TP.HCM</a:t>
            </a:r>
            <a:br>
              <a:rPr lang="en-US" sz="4800">
                <a:solidFill>
                  <a:srgbClr val="0066FF"/>
                </a:solidFill>
              </a:rPr>
            </a:br>
            <a:r>
              <a:rPr lang="en-US" sz="4400">
                <a:solidFill>
                  <a:srgbClr val="FF0000"/>
                </a:solidFill>
              </a:rPr>
              <a:t>TR</a:t>
            </a:r>
            <a:r>
              <a:rPr lang="vi-VN" sz="4400">
                <a:solidFill>
                  <a:srgbClr val="FF0000"/>
                </a:solidFill>
              </a:rPr>
              <a:t>Ư</a:t>
            </a:r>
            <a:r>
              <a:rPr lang="en-US" sz="4400">
                <a:solidFill>
                  <a:srgbClr val="FF0000"/>
                </a:solidFill>
              </a:rPr>
              <a:t>ỜNG ĐH CÔNG NGHỆ THÔNG TIN</a:t>
            </a:r>
            <a:br>
              <a:rPr lang="en-US" sz="4400">
                <a:solidFill>
                  <a:srgbClr val="FF0000"/>
                </a:solidFill>
              </a:rPr>
            </a:br>
            <a:r>
              <a:rPr lang="en-US" sz="4400">
                <a:solidFill>
                  <a:srgbClr val="0066FF"/>
                </a:solidFill>
              </a:rPr>
              <a:t>TOÀN DIỆN – SÁNG TẠO – PHỤNG SỰ</a:t>
            </a:r>
            <a:r>
              <a:rPr lang="en-US" sz="4400"/>
              <a:t> 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94464083"/>
      </p:ext>
    </p:extLst>
  </p:cSld>
  <p:clrMapOvr>
    <a:masterClrMapping/>
  </p:clrMapOvr>
  <p:transition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2130426"/>
            <a:ext cx="11582400" cy="3508374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01791323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5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11379200" y="6324600"/>
            <a:ext cx="81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A916C17-A3B0-4CE4-88CA-9129F443D2C0}" type="slidenum">
              <a:rPr lang="en-US" smtClean="0"/>
              <a:pPr algn="ctr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1" r:id="rId2"/>
    <p:sldLayoutId id="2147483723" r:id="rId3"/>
    <p:sldLayoutId id="2147483652" r:id="rId4"/>
    <p:sldLayoutId id="2147483650" r:id="rId5"/>
    <p:sldLayoutId id="2147483677" r:id="rId6"/>
    <p:sldLayoutId id="2147483691" r:id="rId7"/>
    <p:sldLayoutId id="2147483724" r:id="rId8"/>
    <p:sldLayoutId id="2147483699" r:id="rId9"/>
    <p:sldLayoutId id="2147483725" r:id="rId10"/>
    <p:sldLayoutId id="2147483717" r:id="rId11"/>
    <p:sldLayoutId id="2147483726" r:id="rId12"/>
    <p:sldLayoutId id="2147483653" r:id="rId13"/>
    <p:sldLayoutId id="2147483727" r:id="rId14"/>
    <p:sldLayoutId id="2147483706" r:id="rId15"/>
    <p:sldLayoutId id="2147483728" r:id="rId16"/>
    <p:sldLayoutId id="2147483708" r:id="rId17"/>
    <p:sldLayoutId id="2147483739" r:id="rId18"/>
    <p:sldLayoutId id="2147483729" r:id="rId19"/>
    <p:sldLayoutId id="2147483700" r:id="rId20"/>
    <p:sldLayoutId id="2147483730" r:id="rId21"/>
    <p:sldLayoutId id="2147483707" r:id="rId22"/>
    <p:sldLayoutId id="2147483731" r:id="rId23"/>
    <p:sldLayoutId id="2147483712" r:id="rId24"/>
    <p:sldLayoutId id="2147483732" r:id="rId25"/>
    <p:sldLayoutId id="2147483713" r:id="rId26"/>
    <p:sldLayoutId id="2147483733" r:id="rId27"/>
    <p:sldLayoutId id="2147483715" r:id="rId28"/>
    <p:sldLayoutId id="2147483734" r:id="rId29"/>
    <p:sldLayoutId id="2147483701" r:id="rId30"/>
    <p:sldLayoutId id="2147483735" r:id="rId31"/>
    <p:sldLayoutId id="2147483710" r:id="rId32"/>
    <p:sldLayoutId id="2147483736" r:id="rId33"/>
    <p:sldLayoutId id="2147483737" r:id="rId34"/>
    <p:sldLayoutId id="2147483711" r:id="rId35"/>
    <p:sldLayoutId id="2147483686" r:id="rId36"/>
    <p:sldLayoutId id="2147483718" r:id="rId37"/>
    <p:sldLayoutId id="2147483694" r:id="rId38"/>
    <p:sldLayoutId id="2147483688" r:id="rId39"/>
    <p:sldLayoutId id="2147483719" r:id="rId40"/>
    <p:sldLayoutId id="2147483687" r:id="rId41"/>
    <p:sldLayoutId id="2147483655" r:id="rId42"/>
    <p:sldLayoutId id="2147483702" r:id="rId43"/>
    <p:sldLayoutId id="2147483703" r:id="rId44"/>
    <p:sldLayoutId id="2147483704" r:id="rId45"/>
    <p:sldLayoutId id="2147483705" r:id="rId46"/>
    <p:sldLayoutId id="2147483716" r:id="rId47"/>
    <p:sldLayoutId id="2147483720" r:id="rId48"/>
    <p:sldLayoutId id="2147483738" r:id="rId49"/>
  </p:sldLayoutIdLst>
  <p:transition/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rgbClr val="FF0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just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─"/>
        <a:defRPr sz="2800">
          <a:solidFill>
            <a:srgbClr val="0066FF"/>
          </a:solidFill>
          <a:latin typeface="+mn-lt"/>
          <a:ea typeface="+mn-ea"/>
          <a:cs typeface="+mn-cs"/>
        </a:defRPr>
      </a:lvl1pPr>
      <a:lvl2pPr marL="742950" indent="-285750" algn="just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+"/>
        <a:defRPr sz="2800">
          <a:solidFill>
            <a:srgbClr val="FF0000"/>
          </a:solidFill>
          <a:latin typeface="+mn-lt"/>
        </a:defRPr>
      </a:lvl2pPr>
      <a:lvl3pPr marL="1143000" indent="-228600" algn="just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rgbClr val="0066FF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BCCE99F-98AE-48D4-96DD-B4149671A5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CEF2D3F-9DF7-4E24-9981-359DB558E96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sz="2400"/>
              <a:t>ThS. Đoàn Chánh Thống</a:t>
            </a:r>
          </a:p>
          <a:p>
            <a:r>
              <a:rPr lang="en-US" sz="2400">
                <a:solidFill>
                  <a:srgbClr val="FF0000"/>
                </a:solidFill>
              </a:rPr>
              <a:t>ThS. Nguyễn Cường Phát</a:t>
            </a:r>
          </a:p>
          <a:p>
            <a:r>
              <a:rPr lang="en-US" sz="2400"/>
              <a:t>ThS. Nguyễn Hữu Lợi</a:t>
            </a:r>
          </a:p>
          <a:p>
            <a:r>
              <a:rPr lang="en-US" sz="2400">
                <a:solidFill>
                  <a:srgbClr val="FF0000"/>
                </a:solidFill>
              </a:rPr>
              <a:t>ThS. Trương Quốc Dũng</a:t>
            </a:r>
          </a:p>
          <a:p>
            <a:r>
              <a:rPr lang="en-US" sz="2400"/>
              <a:t>ThS. Nguyễn Thành Hiệp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12137B-A093-1901-CF92-D46190AC2D12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r>
              <a:rPr lang="en-US" sz="2400"/>
              <a:t>ThS. Võ Duy Nguyên</a:t>
            </a:r>
          </a:p>
          <a:p>
            <a:r>
              <a:rPr lang="en-US" sz="2400">
                <a:solidFill>
                  <a:srgbClr val="FF0000"/>
                </a:solidFill>
              </a:rPr>
              <a:t>ThS. Nguyễn Văn Toàn</a:t>
            </a:r>
          </a:p>
          <a:p>
            <a:r>
              <a:rPr lang="en-US" sz="2400"/>
              <a:t>ThS. Lê Ngô Thục Vi</a:t>
            </a:r>
          </a:p>
          <a:p>
            <a:r>
              <a:rPr lang="en-US" sz="2400">
                <a:solidFill>
                  <a:srgbClr val="FF0000"/>
                </a:solidFill>
              </a:rPr>
              <a:t>TS. Nguyễn Duy Khánh</a:t>
            </a:r>
          </a:p>
          <a:p>
            <a:r>
              <a:rPr lang="en-US" sz="2400"/>
              <a:t>TS. Nguyễn Tấn Trần Minh Khang</a:t>
            </a:r>
            <a:endParaRPr lang="en-ID" sz="2400"/>
          </a:p>
        </p:txBody>
      </p:sp>
    </p:spTree>
    <p:extLst>
      <p:ext uri="{BB962C8B-B14F-4D97-AF65-F5344CB8AC3E}">
        <p14:creationId xmlns:p14="http://schemas.microsoft.com/office/powerpoint/2010/main" val="68929231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F4EDFB0-8C63-F6A5-A7FB-BF92440C0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A35324-87C7-D6C1-63D7-3755FEAFA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140461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21A1E3B-52AC-4848-9A3B-814D413CE46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/>
              <a:t>Chúc các bạn học tốt</a:t>
            </a:r>
            <a:br>
              <a:rPr lang="en-US" sz="4000">
                <a:solidFill>
                  <a:srgbClr val="0066FF"/>
                </a:solidFill>
              </a:rPr>
            </a:br>
            <a:r>
              <a:rPr lang="en-US" sz="3200">
                <a:solidFill>
                  <a:srgbClr val="0066FF"/>
                </a:solidFill>
              </a:rPr>
              <a:t>TRƯỜNG ĐẠI HỌC CÔNG NGHỆ THÔNG TIN TP.HCM</a:t>
            </a:r>
            <a:br>
              <a:rPr lang="en-US" sz="3200">
                <a:solidFill>
                  <a:srgbClr val="0066FF"/>
                </a:solidFill>
              </a:rPr>
            </a:br>
            <a:br>
              <a:rPr lang="en-US" sz="3200">
                <a:solidFill>
                  <a:srgbClr val="0066FF"/>
                </a:solidFill>
              </a:rPr>
            </a:br>
            <a:r>
              <a:rPr lang="en-US" sz="4000"/>
              <a:t>Nhóm UIT-Together</a:t>
            </a:r>
            <a:br>
              <a:rPr lang="en-US" sz="4000">
                <a:solidFill>
                  <a:srgbClr val="0066FF"/>
                </a:solidFill>
              </a:rPr>
            </a:br>
            <a:r>
              <a:rPr lang="en-US" sz="4000">
                <a:solidFill>
                  <a:srgbClr val="0066FF"/>
                </a:solidFill>
              </a:rPr>
              <a:t>TS. Nguyễn Tấn Trần Minh Khang</a:t>
            </a:r>
          </a:p>
        </p:txBody>
      </p:sp>
    </p:spTree>
    <p:extLst>
      <p:ext uri="{BB962C8B-B14F-4D97-AF65-F5344CB8AC3E}">
        <p14:creationId xmlns:p14="http://schemas.microsoft.com/office/powerpoint/2010/main" val="2729217778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3940</TotalTime>
  <Words>82</Words>
  <Application>Microsoft Office PowerPoint</Application>
  <PresentationFormat>Widescreen</PresentationFormat>
  <Paragraphs>12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Consolas</vt:lpstr>
      <vt:lpstr>Courier New</vt:lpstr>
      <vt:lpstr>Default Design</vt:lpstr>
      <vt:lpstr>PowerPoint Presentation</vt:lpstr>
      <vt:lpstr>PowerPoint Presentation</vt:lpstr>
      <vt:lpstr>Chúc các bạn học tốt TRƯỜNG ĐẠI HỌC CÔNG NGHỆ THÔNG TIN TP.HCM  Nhóm UIT-Together TS. Nguyễn Tấn Trần Minh Khang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 cc</dc:title>
  <dc:creator>Hong</dc:creator>
  <cp:lastModifiedBy>Khang Nguyen</cp:lastModifiedBy>
  <cp:revision>790</cp:revision>
  <cp:lastPrinted>2013-08-30T01:32:34Z</cp:lastPrinted>
  <dcterms:created xsi:type="dcterms:W3CDTF">2008-06-14T04:13:27Z</dcterms:created>
  <dcterms:modified xsi:type="dcterms:W3CDTF">2024-06-21T01:53:10Z</dcterms:modified>
</cp:coreProperties>
</file>